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Время, мин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-во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кол-во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949960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721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Сейчас: 42 колоды, 186 мин сборки</a:t>
            </a:r>
          </a:p>
        </p:txBody>
      </p:sp>
      <p:sp>
        <p:nvSpPr>
          <p:cNvPr id="1035" name="body"/>
          <p:cNvSpPr txBox="1"/>
          <p:nvPr/>
        </p:nvSpPr>
        <p:spPr>
          <a:xfrm>
            <a:off x="274320" y="1414513"/>
            <a:ext cx="8344814" cy="10461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42 колоды, 186 мин сборки одной презентации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правок после ревью дизайнера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53"/>
          <p:cNvSpPr/>
          <p:nvPr/>
        </p:nvSpPr>
        <p:spPr>
          <a:xfrm>
            <a:off x="559572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3"/>
          <p:cNvSpPr/>
          <p:nvPr/>
        </p:nvSpPr>
        <p:spPr>
          <a:xfrm>
            <a:off x="3831556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53"/>
          <p:cNvSpPr/>
          <p:nvPr/>
        </p:nvSpPr>
        <p:spPr>
          <a:xfrm>
            <a:off x="559572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Сервис: автоматическая вёрстка</a:t>
            </a:r>
          </a:p>
        </p:txBody>
      </p:sp>
      <p:sp>
        <p:nvSpPr>
          <p:cNvPr id="573" name="body"/>
          <p:cNvSpPr txBox="1"/>
          <p:nvPr/>
        </p:nvSpPr>
        <p:spPr>
          <a:xfrm>
            <a:off x="274320" y="2034088"/>
            <a:ext cx="8344814" cy="9931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дизайн-систему и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Экспортирует pptx, pdf, html, слайды остаются редактируемыми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Пилот: 68 колод, 4 мин сборки</a:t>
            </a:r>
          </a:p>
        </p:txBody>
      </p:sp>
      <p:sp>
        <p:nvSpPr>
          <p:cNvPr id="1035" name="body"/>
          <p:cNvSpPr txBox="1"/>
          <p:nvPr/>
        </p:nvSpPr>
        <p:spPr>
          <a:xfrm>
            <a:off x="274320" y="1414513"/>
            <a:ext cx="8344814" cy="10461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68 колод собраны за 6 недель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Среднее время сборки 4 мин вместо 186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сборки</a:t>
            </a:r>
          </a:p>
        </p:txBody>
      </p:sp>
      <p:graphicFrame>
        <p:nvGraphicFramePr>
          <p:cNvPr id="2252" name="Chart 2251"/>
          <p:cNvGraphicFramePr>
            <a:graphicFrameLocks noGrp="1"/>
          </p:cNvGraphicFramePr>
          <p:nvPr/>
        </p:nvGraphicFramePr>
        <p:xfrm>
          <a:off x="4006215" y="1414513"/>
          <a:ext cx="3457574" cy="216196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2394" name="Google Shape;2394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" y="3684300"/>
            <a:ext cx="7238962" cy="701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5" name="Google Shape;2395;p88"/>
          <p:cNvSpPr/>
          <p:nvPr/>
        </p:nvSpPr>
        <p:spPr>
          <a:xfrm>
            <a:off x="319086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7" name="Google Shape;2397;p88"/>
          <p:cNvSpPr/>
          <p:nvPr/>
        </p:nvSpPr>
        <p:spPr>
          <a:xfrm>
            <a:off x="2600312" y="3000319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8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Нарушения фирменного стиля</a:t>
            </a:r>
          </a:p>
        </p:txBody>
      </p:sp>
      <p:graphicFrame>
        <p:nvGraphicFramePr>
          <p:cNvPr id="2399" name="Chart 2398"/>
          <p:cNvGraphicFramePr>
            <a:graphicFrameLocks noGrp="1"/>
          </p:cNvGraphicFramePr>
          <p:nvPr/>
        </p:nvGraphicFramePr>
        <p:xfrm>
          <a:off x="4583887" y="2009822"/>
          <a:ext cx="4035247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Пилот: 6 недель, 2 команды</a:t>
            </a:r>
          </a:p>
        </p:txBody>
      </p:sp>
      <p:sp>
        <p:nvSpPr>
          <p:cNvPr id="2435" name="body"/>
          <p:cNvSpPr txBox="1"/>
          <p:nvPr/>
        </p:nvSpPr>
        <p:spPr>
          <a:xfrm>
            <a:off x="274320" y="1414513"/>
            <a:ext cx="4035247" cy="131755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недели подготовки и обучения команд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Запуск пилота на 2 командах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все числа</a:t>
            </a:r>
          </a:p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готовых колод в pptx, pdf, html</a:t>
            </a:r>
          </a:p>
        </p:txBody>
      </p:sp>
      <p:sp>
        <p:nvSpPr>
          <p:cNvPr id="2436" name="Pentagon 2435"/>
          <p:cNvSpPr/>
          <p:nvPr/>
        </p:nvSpPr>
        <p:spPr>
          <a:xfrm>
            <a:off x="4583887" y="1437570"/>
            <a:ext cx="4035247" cy="283274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Подготовка</a:t>
            </a:r>
          </a:p>
        </p:txBody>
      </p:sp>
      <p:sp>
        <p:nvSpPr>
          <p:cNvPr id="2437" name="Chevron 2436"/>
          <p:cNvSpPr/>
          <p:nvPr/>
        </p:nvSpPr>
        <p:spPr>
          <a:xfrm>
            <a:off x="4583887" y="1766959"/>
            <a:ext cx="4035247" cy="28327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Запуск</a:t>
            </a:r>
          </a:p>
        </p:txBody>
      </p:sp>
      <p:sp>
        <p:nvSpPr>
          <p:cNvPr id="2438" name="Chevron 2437"/>
          <p:cNvSpPr/>
          <p:nvPr/>
        </p:nvSpPr>
        <p:spPr>
          <a:xfrm>
            <a:off x="4583887" y="2096349"/>
            <a:ext cx="4035247" cy="28327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2439" name="Chevron 2438"/>
          <p:cNvSpPr/>
          <p:nvPr/>
        </p:nvSpPr>
        <p:spPr>
          <a:xfrm>
            <a:off x="4583887" y="2425738"/>
            <a:ext cx="4035247" cy="283274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4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556" name="body_left"/>
          <p:cNvSpPr txBox="1"/>
          <p:nvPr/>
        </p:nvSpPr>
        <p:spPr>
          <a:xfrm>
            <a:off x="274320" y="1414513"/>
            <a:ext cx="4035247" cy="28518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за 6 недель стоит 1 400 руб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План: Q3 2026 подключить 4 команды, домен и HTTPS</a:t>
            </a:r>
          </a:p>
        </p:txBody>
      </p:sp>
      <p:sp>
        <p:nvSpPr>
          <p:cNvPr id="557" name="body_right"/>
          <p:cNvSpPr txBox="1"/>
          <p:nvPr/>
        </p:nvSpPr>
        <p:spPr>
          <a:xfrm>
            <a:off x="4583887" y="1414513"/>
            <a:ext cx="4035247" cy="285186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Q4 2026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Q1 2027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1035" name="body"/>
          <p:cNvSpPr txBox="1"/>
          <p:nvPr/>
        </p:nvSpPr>
        <p:spPr>
          <a:xfrm>
            <a:off x="274320" y="1414513"/>
            <a:ext cx="8344814" cy="104613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Модель может выдумать цифры, аудит проверяет источники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Плохой шаблон приводит к использованию рабочей области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8300171" cy="2610802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Решение: запуск на всю компанию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572963" y="3046564"/>
            <a:ext cx="8046171" cy="13768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Попросить решение о запуске на всю компанию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сокращения времени сборки до 4 мин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Планируем интеграцию с корпоративными системами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