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0679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42 колоды, 186 мин сборки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правок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нарушений фирменного стиля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человека, 11 запросов/нед, 6 дней ожидания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592290"/>
          <a:ext cx="5472562" cy="4181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69688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69688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9688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9688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9688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9688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5473293" cy="40921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материалы, применяет дизайн‑систему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устраняет нарушения стиля</a:t>
            </a:r>
          </a:p>
        </p:txBody>
      </p:sp>
      <p:sp>
        <p:nvSpPr>
          <p:cNvPr id="683" name="Pentagon 682"/>
          <p:cNvSpPr/>
          <p:nvPr/>
        </p:nvSpPr>
        <p:spPr>
          <a:xfrm>
            <a:off x="6266870" y="1894342"/>
            <a:ext cx="5473293" cy="703852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684" name="Chevron 683"/>
          <p:cNvSpPr/>
          <p:nvPr/>
        </p:nvSpPr>
        <p:spPr>
          <a:xfrm>
            <a:off x="6266870" y="2712775"/>
            <a:ext cx="5473293" cy="70385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85" name="Chevron 684"/>
          <p:cNvSpPr/>
          <p:nvPr/>
        </p:nvSpPr>
        <p:spPr>
          <a:xfrm>
            <a:off x="6266870" y="3531209"/>
            <a:ext cx="5473293" cy="70385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6266870" y="4349643"/>
            <a:ext cx="5473293" cy="70385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7" name="Chevron 686"/>
          <p:cNvSpPr/>
          <p:nvPr/>
        </p:nvSpPr>
        <p:spPr>
          <a:xfrm>
            <a:off x="6266870" y="5168076"/>
            <a:ext cx="5473293" cy="703852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команды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5472562" cy="401460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из 68 вместо 19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492575"/>
          <a:ext cx="5472562" cy="4014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187"/>
                <a:gridCol w="1824187"/>
                <a:gridCol w="1824188"/>
              </a:tblGrid>
              <a:tr h="8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день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292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из 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0292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_left"/>
          <p:cNvSpPr txBox="1"/>
          <p:nvPr/>
        </p:nvSpPr>
        <p:spPr>
          <a:xfrm>
            <a:off x="429280" y="2489917"/>
            <a:ext cx="5472562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</p:txBody>
      </p:sp>
      <p:sp>
        <p:nvSpPr>
          <p:cNvPr id="4" name="body_right"/>
          <p:cNvSpPr txBox="1"/>
          <p:nvPr/>
        </p:nvSpPr>
        <p:spPr>
          <a:xfrm>
            <a:off x="6267602" y="2489917"/>
            <a:ext cx="5472562" cy="1026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вместо 19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45515"/>
            <a:ext cx="5472562" cy="36722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1 400 руб инференс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Gpt-oss-20b, OpenAI‑совместим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7602" y="3434743"/>
            <a:ext cx="5472562" cy="11016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06067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7602" y="1745515"/>
            <a:ext cx="2736281" cy="13954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7" name="Oval 6"/>
          <p:cNvSpPr/>
          <p:nvPr/>
        </p:nvSpPr>
        <p:spPr>
          <a:xfrm>
            <a:off x="8730254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742" y="3981999"/>
            <a:ext cx="2736281" cy="13954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" name="Oval 8"/>
          <p:cNvSpPr/>
          <p:nvPr/>
        </p:nvSpPr>
        <p:spPr>
          <a:xfrm>
            <a:off x="10554442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3883" y="1745515"/>
            <a:ext cx="2736281" cy="1395449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402268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2704961"/>
            <a:ext cx="11312347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Запуск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Бюджет на расширение инфраструктуры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Назначение ответственных за интеграцию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Слабая модель может выдумать цифры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может привести к некорректной вёрстке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&gt;20 задач требует внешней очереди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Команда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5472562" cy="401460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человека, 11 запросов/нед, 6 дней ожидания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Пилотные команды 2, 68 презентаций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492575"/>
          <a:ext cx="5472562" cy="40146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281"/>
                <a:gridCol w="2736281"/>
              </a:tblGrid>
              <a:tr h="6691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Роль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Количество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669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Дизайн‑отдел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человека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69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69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69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Пилотные команды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6910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Презентации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