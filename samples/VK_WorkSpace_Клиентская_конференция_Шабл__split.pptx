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Текущее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</c:v>
                </c:pt>
                <c:pt idx="1">
                  <c:v>Правки</c:v>
                </c:pt>
                <c:pt idx="2">
                  <c:v>Ожидание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186.0</c:v>
                </c:pt>
                <c:pt idx="1">
                  <c:v>74.0</c:v>
                </c:pt>
                <c:pt idx="2">
                  <c:v>6.0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Текущее,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сборки</c:v>
                </c:pt>
                <c:pt idx="1">
                  <c:v>Время до первой версии</c:v>
                </c:pt>
                <c:pt idx="2">
                  <c:v>Нарушения стиля</c:v>
                </c:pt>
                <c:pt idx="3">
                  <c:v>Запросы закрыты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186.0</c:v>
                </c:pt>
                <c:pt idx="1">
                  <c:v>6.0</c:v>
                </c:pt>
                <c:pt idx="2">
                  <c:v>19.0</c:v>
                </c:pt>
                <c:pt idx="3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6DBCFF"/>
            </a:solidFill>
            <a:ln>
              <a:solidFill>
                <a:srgbClr val="6DBCFF"/>
              </a:solidFill>
            </a:ln>
          </c:spPr>
          <c:cat>
            <c:strRef>
              <c:f>Sheet1!$A$2:$A$5</c:f>
              <c:strCache>
                <c:ptCount val="4"/>
                <c:pt idx="0">
                  <c:v>Время сборки</c:v>
                </c:pt>
                <c:pt idx="1">
                  <c:v>Время до первой версии</c:v>
                </c:pt>
                <c:pt idx="2">
                  <c:v>Нарушения стиля</c:v>
                </c:pt>
                <c:pt idx="3">
                  <c:v>Запросы закрыты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4.0</c:v>
                </c:pt>
                <c:pt idx="1">
                  <c:v>1.0</c:v>
                </c:pt>
                <c:pt idx="2">
                  <c:v>2.0</c:v>
                </c:pt>
                <c:pt idx="3">
                  <c:v>38.0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56" r:id="rId10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768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4162"/>
            <a:ext cx="5472562" cy="37535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12-слайдной колоды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Правки после ревью добавляют 74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664162"/>
          <a:ext cx="5472562" cy="375358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64705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Текущая нагрузка дизайна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3826832"/>
            <a:ext cx="11310884" cy="1026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закрывает 11 запросов в неделю из 27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дней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колоды 12 слайдов —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стиля 2 из 68, исправлены автоматически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592290"/>
          <a:ext cx="5472562" cy="41813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5473293" cy="40921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за 6 недель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Модель gpt-oss-20b подключается по OpenAI-совместимому протоколу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6266870" y="3719449"/>
            <a:ext cx="5473293" cy="12276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6905420" y="3507167"/>
            <a:ext cx="547329" cy="54732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6266870" y="1837052"/>
            <a:ext cx="2736646" cy="1555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 подключение 4 команд</a:t>
            </a:r>
          </a:p>
        </p:txBody>
      </p:sp>
      <p:sp>
        <p:nvSpPr>
          <p:cNvPr id="686" name="Oval 685"/>
          <p:cNvSpPr/>
          <p:nvPr/>
        </p:nvSpPr>
        <p:spPr>
          <a:xfrm>
            <a:off x="8729851" y="3507167"/>
            <a:ext cx="547329" cy="54732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7635193" y="4266778"/>
            <a:ext cx="2736646" cy="1555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 доступ для всей компании</a:t>
            </a:r>
          </a:p>
        </p:txBody>
      </p:sp>
      <p:sp>
        <p:nvSpPr>
          <p:cNvPr id="688" name="Oval 687"/>
          <p:cNvSpPr/>
          <p:nvPr/>
        </p:nvSpPr>
        <p:spPr>
          <a:xfrm>
            <a:off x="10554282" y="3507167"/>
            <a:ext cx="547329" cy="547329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9003516" y="1837052"/>
            <a:ext cx="2736646" cy="15550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 генерация иллюстраций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6494"/>
            <a:ext cx="11310884" cy="35250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Слабая модель может выдумать цифру, аудит проверяет каждое число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Незнакомый шаблон может быть плохо сделанным, сервис использует рабочую область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7933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11312347" cy="40921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Третий квартал 2026 подключение 4 команд, домен и HTTPS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Четвёртый квартал 2026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квартал 2027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Пилотные результаты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666494"/>
            <a:ext cx="11310884" cy="35250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Пилот шёл 6 недель на двух командах, собрал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ускорил сборку с 186 до 4 мин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Нарушения стиля 2 из 68, исправлены автоматически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2268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Показатели после пилота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704961"/>
            <a:ext cx="113123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Запросы закрыты 38 вместо 11, рутина ушла в сервис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0817" y="297715"/>
            <a:ext cx="11566347" cy="3377993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7817" y="424715"/>
            <a:ext cx="11312347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886" name="body"/>
          <p:cNvSpPr txBox="1"/>
          <p:nvPr/>
        </p:nvSpPr>
        <p:spPr>
          <a:xfrm>
            <a:off x="427817" y="2258389"/>
            <a:ext cx="11312347" cy="12903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Попросим решение о запуске на всю компанию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Ожидаем одобрения руководства</a:t>
            </a:r>
          </a:p>
          <a:p>
            <a:pPr algn="l">
              <a:spcAft>
                <a:spcPts val="300"/>
              </a:spcAft>
              <a:defRPr sz="24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Готовы к масштабированию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