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0679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42 колоды, 186 мин сборки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правок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нарушений фирменного стиля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человека, 11 запросов/нед, 6 дней ожидания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3436269"/>
          <a:ext cx="11310884" cy="2337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3895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7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38955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11312347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материалы, применяет дизайн‑систему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html, слайды редактируемы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устраняет нарушения стиля</a:t>
            </a:r>
          </a:p>
        </p:txBody>
      </p:sp>
      <p:sp>
        <p:nvSpPr>
          <p:cNvPr id="683" name="Pentagon 682"/>
          <p:cNvSpPr/>
          <p:nvPr/>
        </p:nvSpPr>
        <p:spPr>
          <a:xfrm>
            <a:off x="427817" y="3971721"/>
            <a:ext cx="2153870" cy="1335399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Шаблон</a:t>
            </a:r>
          </a:p>
        </p:txBody>
      </p:sp>
      <p:sp>
        <p:nvSpPr>
          <p:cNvPr id="684" name="Chevron 683"/>
          <p:cNvSpPr/>
          <p:nvPr/>
        </p:nvSpPr>
        <p:spPr>
          <a:xfrm>
            <a:off x="2717436" y="397172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685" name="Chevron 684"/>
          <p:cNvSpPr/>
          <p:nvPr/>
        </p:nvSpPr>
        <p:spPr>
          <a:xfrm>
            <a:off x="5007055" y="397172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686" name="Chevron 685"/>
          <p:cNvSpPr/>
          <p:nvPr/>
        </p:nvSpPr>
        <p:spPr>
          <a:xfrm>
            <a:off x="7296674" y="397172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687" name="Chevron 686"/>
          <p:cNvSpPr/>
          <p:nvPr/>
        </p:nvSpPr>
        <p:spPr>
          <a:xfrm>
            <a:off x="9586293" y="3971721"/>
            <a:ext cx="2153870" cy="133539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143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143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команды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68 презентаций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Результаты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11310884" cy="160584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из 68 вместо 19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3269866"/>
          <a:ext cx="11310884" cy="2237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44746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До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После пилота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мин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до первой версии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 день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 из 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 из 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4746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2335824"/>
            <a:ext cx="11310884" cy="19507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Сборка 4 мин вместо 186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день до первой версии вместо 6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нарушения вместо 19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38 запросов вместо 11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45515"/>
            <a:ext cx="11310884" cy="14688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1 400 руб инференс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Gpt-oss-20b, OpenAI‑совместим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280" y="4320529"/>
            <a:ext cx="11310884" cy="60956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90919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280" y="3385860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7" name="Oval 6"/>
          <p:cNvSpPr/>
          <p:nvPr/>
        </p:nvSpPr>
        <p:spPr>
          <a:xfrm>
            <a:off x="5861213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57001" y="4767545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" name="Oval 8"/>
          <p:cNvSpPr/>
          <p:nvPr/>
        </p:nvSpPr>
        <p:spPr>
          <a:xfrm>
            <a:off x="9631508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4722" y="3385860"/>
            <a:ext cx="5655442" cy="772118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317142" cy="3307176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мы просим решить</a:t>
            </a:r>
          </a:p>
        </p:txBody>
      </p:sp>
      <p:sp>
        <p:nvSpPr>
          <p:cNvPr id="682" name="card_0"/>
          <p:cNvSpPr txBox="1"/>
          <p:nvPr/>
        </p:nvSpPr>
        <p:spPr>
          <a:xfrm>
            <a:off x="580217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 на всю компанию</a:t>
            </a:r>
          </a:p>
        </p:txBody>
      </p:sp>
      <p:sp>
        <p:nvSpPr>
          <p:cNvPr id="683" name="card_1"/>
          <p:cNvSpPr txBox="1"/>
          <p:nvPr/>
        </p:nvSpPr>
        <p:spPr>
          <a:xfrm>
            <a:off x="4369978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Бюджет на расширение инфраструктуры</a:t>
            </a:r>
          </a:p>
        </p:txBody>
      </p:sp>
      <p:sp>
        <p:nvSpPr>
          <p:cNvPr id="684" name="card_2"/>
          <p:cNvSpPr txBox="1"/>
          <p:nvPr/>
        </p:nvSpPr>
        <p:spPr>
          <a:xfrm>
            <a:off x="8159739" y="1989452"/>
            <a:ext cx="3331220" cy="171721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Назначение ответственных за интеграцию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2310261"/>
            <a:ext cx="11310884" cy="14884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Слабая модель может выдумать цифры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Плохой шаблон может привести к некорректной вёрстке</a:t>
            </a:r>
          </a:p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Нагрузка &gt;20 задач требует внешней очереди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Команда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Дизайн‑отдел 4 человека, 11 запросов/нед, 6 дней ожидания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Пилотные команды 2, 68 презентаций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2608905"/>
          <a:ext cx="11310884" cy="2898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5442"/>
                <a:gridCol w="5655442"/>
              </a:tblGrid>
              <a:tr h="483045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Роль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Количество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Дизайн‑отдел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 человека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Ожидание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5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Пилотные команды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483049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Презентации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