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Текущая сборка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ут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минут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0679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колоды, 12 слайдов, 186 минут сборки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74 минуты правки, 19 нарушений фирменного стиля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 дизайнера, 11 запросов/неделя, 6 дней ожидания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489917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Генерирует колоду, экспортирует pptx/pdf/html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Автоматический аудит исправляет нарушения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156167"/>
            <a:ext cx="11310884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минуты вместо 186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1 день вместо 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2 из 68, все исправлены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Время сборки колоды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492575"/>
          <a:ext cx="11310884" cy="401460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Нарушения фирменного стиля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664162"/>
          <a:ext cx="11310884" cy="37535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187679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87679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фирменного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из 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дизайнеров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592290"/>
          <a:ext cx="11310884" cy="4181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209066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Текущая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09066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Запросов/неделя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2 vCPU / 2 GB RAM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1 400 рублей за 6 недель пилота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6 недель пилота, 2 команды, 68 презентаций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Запуск сервиса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Интеграция с корпоративным хранилищем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Поддержка 20 одновременных задач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запуска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280" y="3339292"/>
            <a:ext cx="11310884" cy="120438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72820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280" y="149257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2026: 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643115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01" y="422250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2026: 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413410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4722" y="149257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2027: генерация иллюстраций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