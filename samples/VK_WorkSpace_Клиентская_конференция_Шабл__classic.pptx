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Текущее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</c:v>
                </c:pt>
                <c:pt idx="1">
                  <c:v>Правки</c:v>
                </c:pt>
                <c:pt idx="2">
                  <c:v>Ожидание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186.0</c:v>
                </c:pt>
                <c:pt idx="1">
                  <c:v>74.0</c:v>
                </c:pt>
                <c:pt idx="2">
                  <c:v>6.0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Текущее,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сборки</c:v>
                </c:pt>
                <c:pt idx="1">
                  <c:v>Время до первой версии</c:v>
                </c:pt>
                <c:pt idx="2">
                  <c:v>Нарушения стиля</c:v>
                </c:pt>
                <c:pt idx="3">
                  <c:v>Запросы закрыты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186.0</c:v>
                </c:pt>
                <c:pt idx="1">
                  <c:v>6.0</c:v>
                </c:pt>
                <c:pt idx="2">
                  <c:v>19.0</c:v>
                </c:pt>
                <c:pt idx="3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6DBCFF"/>
            </a:solidFill>
            <a:ln>
              <a:solidFill>
                <a:srgbClr val="6DBCFF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сборки</c:v>
                </c:pt>
                <c:pt idx="1">
                  <c:v>Время до первой версии</c:v>
                </c:pt>
                <c:pt idx="2">
                  <c:v>Нарушения стиля</c:v>
                </c:pt>
                <c:pt idx="3">
                  <c:v>Запросы закрыты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1.0</c:v>
                </c:pt>
                <c:pt idx="2">
                  <c:v>2.0</c:v>
                </c:pt>
                <c:pt idx="3">
                  <c:v>38.0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56" r:id="rId10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768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4162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12-слайдной колоды занимает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Правки после ревью добавляют 74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дней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29280" y="3176732"/>
          <a:ext cx="11310884" cy="22410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64705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Текущая нагрузка дизайна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6469197" y="1395618"/>
            <a:ext cx="4434352" cy="160803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Дизайн-отдел закрывает 11 запросов в неделю из 27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6469197" y="3750655"/>
            <a:ext cx="4434352" cy="228491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Средний срок ожидания 6 дней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11310884" cy="16725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колоды 12 слайдов — 4 мин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стиля 2 из 68, исправлены автоматически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29280" y="3436269"/>
          <a:ext cx="11310884" cy="233734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11312347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Инференс за 6 недель 1 400 руб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gpt-oss-20b подключается по OpenAI-совместимому протоколу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427817" y="4536237"/>
            <a:ext cx="11312347" cy="7738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2029452" y="4291175"/>
            <a:ext cx="567511" cy="56751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427817" y="3349622"/>
            <a:ext cx="5656173" cy="98024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 подключение 4 команд</a:t>
            </a:r>
          </a:p>
        </p:txBody>
      </p:sp>
      <p:sp>
        <p:nvSpPr>
          <p:cNvPr id="686" name="Oval 685"/>
          <p:cNvSpPr/>
          <p:nvPr/>
        </p:nvSpPr>
        <p:spPr>
          <a:xfrm>
            <a:off x="5800234" y="4291175"/>
            <a:ext cx="567511" cy="56751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3255903" y="5103748"/>
            <a:ext cx="5656173" cy="98024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 доступ для всей компании</a:t>
            </a:r>
          </a:p>
        </p:txBody>
      </p:sp>
      <p:sp>
        <p:nvSpPr>
          <p:cNvPr id="688" name="Oval 687"/>
          <p:cNvSpPr/>
          <p:nvPr/>
        </p:nvSpPr>
        <p:spPr>
          <a:xfrm>
            <a:off x="9571017" y="4291175"/>
            <a:ext cx="567511" cy="56751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6083990" y="3349622"/>
            <a:ext cx="5656173" cy="98024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 генерация иллюстраций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568147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Слабая модель может выдумать цифру, аудит проверяет каждое число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4209288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Незнакомый шаблон может быть плохо сделанным, сервис использует рабочую область</a:t>
            </a:r>
          </a:p>
        </p:txBody>
      </p:sp>
      <p:sp>
        <p:nvSpPr>
          <p:cNvPr id="5" name="card_2"/>
          <p:cNvSpPr txBox="1"/>
          <p:nvPr/>
        </p:nvSpPr>
        <p:spPr>
          <a:xfrm>
            <a:off x="7881884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50529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 подключение 4 команд, домен и HTTPS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 доступ для всей компании, интеграция с хранилищем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Пилотные результаты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568147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Пилот шёл 6 недель на двух командах, собрал 68 презентаций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4209288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ускорил сборку с 186 до 4 мин</a:t>
            </a:r>
          </a:p>
        </p:txBody>
      </p:sp>
      <p:sp>
        <p:nvSpPr>
          <p:cNvPr id="5" name="card_2"/>
          <p:cNvSpPr txBox="1"/>
          <p:nvPr/>
        </p:nvSpPr>
        <p:spPr>
          <a:xfrm>
            <a:off x="7881884" y="1818894"/>
            <a:ext cx="3115177" cy="3220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Нарушения стиля 2 из 68, исправлены автоматически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30717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Показатели после пилота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Запросы закрыты 38 вместо 11, рутина ушла в сервис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Время до первой версии сократилось с 6 дней до 1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работает на 2 vCPU / 2 ГБ RAM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0817" y="297715"/>
            <a:ext cx="11566347" cy="3377993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7817" y="424715"/>
            <a:ext cx="11312347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886" name="body"/>
          <p:cNvSpPr txBox="1"/>
          <p:nvPr/>
        </p:nvSpPr>
        <p:spPr>
          <a:xfrm>
            <a:off x="427817" y="2258389"/>
            <a:ext cx="11312347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Попросим решение о запуске на всю компанию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Ожидаем одобрения руководства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Готовы к масштабированию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