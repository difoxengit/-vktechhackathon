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 процесс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 (мин),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 закрыты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 процесс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 закрыты,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18" Type="http://schemas.openxmlformats.org/officeDocument/2006/relationships/slideLayout" Target="../slideLayouts/slideLayout1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3" r:id="rId6"/>
    <p:sldLayoutId id="2147483659" r:id="rId12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7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22279" y="2598016"/>
            <a:ext cx="7535387" cy="166196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Защита инициативы: сервис автоматической вёрстки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77387" y="1783080"/>
          <a:ext cx="10855878" cy="290514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body"/>
          <p:cNvSpPr txBox="1"/>
          <p:nvPr/>
        </p:nvSpPr>
        <p:spPr>
          <a:xfrm>
            <a:off x="677387" y="4859677"/>
            <a:ext cx="10855878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одной презентации занимает 186 мин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 уходит на правки после ревью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797" name="lead"/>
          <p:cNvSpPr txBox="1"/>
          <p:nvPr/>
        </p:nvSpPr>
        <p:spPr>
          <a:xfrm>
            <a:off x="677387" y="2200937"/>
            <a:ext cx="10855878" cy="17183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принимает шаблон pptx и материалы</a:t>
            </a:r>
          </a:p>
        </p:txBody>
      </p:sp>
      <p:sp>
        <p:nvSpPr>
          <p:cNvPr id="798" name="body"/>
          <p:cNvSpPr txBox="1"/>
          <p:nvPr/>
        </p:nvSpPr>
        <p:spPr>
          <a:xfrm>
            <a:off x="677387" y="4166975"/>
            <a:ext cx="10855878" cy="216172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Генерирует колоду по дизайн-системе и аудиту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77387" y="1783080"/>
          <a:ext cx="10855878" cy="250890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body"/>
          <p:cNvSpPr txBox="1"/>
          <p:nvPr/>
        </p:nvSpPr>
        <p:spPr>
          <a:xfrm>
            <a:off x="677387" y="4463437"/>
            <a:ext cx="10855878" cy="1737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колоды 4 мин вместо 186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стиля 2 из 68 колод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потребуется: ресурсы и сроки</a:t>
            </a:r>
          </a:p>
        </p:txBody>
      </p:sp>
      <p:sp>
        <p:nvSpPr>
          <p:cNvPr id="3" name="stat_0:bar"/>
          <p:cNvSpPr/>
          <p:nvPr/>
        </p:nvSpPr>
        <p:spPr>
          <a:xfrm>
            <a:off x="677387" y="1892808"/>
            <a:ext cx="50800" cy="115011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855187" y="1783080"/>
            <a:ext cx="10678078" cy="125984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2 vCPU / 2 GB RAM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677387" y="4345356"/>
            <a:ext cx="10855878" cy="185544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Инференс за 6 недель пилота стоит 1 400 руб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77387" y="1783080"/>
          <a:ext cx="10855878" cy="33013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8626"/>
                <a:gridCol w="3618626"/>
                <a:gridCol w="3618626"/>
              </a:tblGrid>
              <a:tr h="66027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Текущий процесс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66027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 (мин)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027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до первой версии (дней)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027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19/42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2/68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0279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закрыты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38/нед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677387" y="5255917"/>
            <a:ext cx="10855878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6 недель на двух командах, 68 презентаций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4 мин, 1 день до первой версии, 2 нарушения стиля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</a:t>
            </a:r>
          </a:p>
        </p:txBody>
      </p:sp>
      <p:sp>
        <p:nvSpPr>
          <p:cNvPr id="766" name="lead"/>
          <p:cNvSpPr txBox="1"/>
          <p:nvPr/>
        </p:nvSpPr>
        <p:spPr>
          <a:xfrm>
            <a:off x="677387" y="2200937"/>
            <a:ext cx="10855878" cy="200983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000000"/>
                </a:solidFill>
                <a:latin typeface="Play"/>
                <a:ea typeface="Play"/>
                <a:cs typeface="Play"/>
              </a:rPr>
              <a:t>Слабая модель может выдумать неподтверждённые цифры</a:t>
            </a:r>
          </a:p>
        </p:txBody>
      </p:sp>
      <p:sp>
        <p:nvSpPr>
          <p:cNvPr id="767" name="body"/>
          <p:cNvSpPr txBox="1"/>
          <p:nvPr/>
        </p:nvSpPr>
        <p:spPr>
          <a:xfrm>
            <a:off x="677387" y="4458437"/>
            <a:ext cx="10855878" cy="18702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Некачественный шаблон приводит к ошибкам стиля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&gt;20 задач требует внешней очереди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Стоимость и ресурсы</a:t>
            </a:r>
          </a:p>
        </p:txBody>
      </p:sp>
      <p:sp>
        <p:nvSpPr>
          <p:cNvPr id="3" name="stat_0:bar"/>
          <p:cNvSpPr/>
          <p:nvPr/>
        </p:nvSpPr>
        <p:spPr>
          <a:xfrm>
            <a:off x="677387" y="1892808"/>
            <a:ext cx="50800" cy="115011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855187" y="1783080"/>
            <a:ext cx="10678078" cy="125984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использует 2 vCPU / 2 GB RAM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677387" y="4345356"/>
            <a:ext cx="10855878" cy="185544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Инференс за 6 недель пилота 1 400 руб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gpt-oss-20b подключается по OpenAI-совместимому протоколу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875" y="692177"/>
            <a:ext cx="10855391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развития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77875" y="3815229"/>
            <a:ext cx="10855391" cy="132531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001157" y="3395546"/>
            <a:ext cx="971897" cy="971897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7875" y="1783080"/>
            <a:ext cx="5427695" cy="167873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6" name="Oval 5"/>
          <p:cNvSpPr/>
          <p:nvPr/>
        </p:nvSpPr>
        <p:spPr>
          <a:xfrm>
            <a:off x="5619621" y="3395546"/>
            <a:ext cx="971897" cy="971897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91722" y="4787127"/>
            <a:ext cx="5427695" cy="167873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8" name="Oval 7"/>
          <p:cNvSpPr/>
          <p:nvPr/>
        </p:nvSpPr>
        <p:spPr>
          <a:xfrm>
            <a:off x="9238085" y="3395546"/>
            <a:ext cx="971897" cy="971897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5570" y="1783080"/>
            <a:ext cx="5427695" cy="167873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Преимущества для компании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677387" y="1773204"/>
            <a:ext cx="10855878" cy="167486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Ускорение создания презентаций до 4 мин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77387" y="3713721"/>
            <a:ext cx="10855878" cy="248707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Снижение ошибок стиля до 2 из 68 колод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Экономия времени дизайнеров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Масштабируемость без дополнительных сотрудников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784" name="lead"/>
          <p:cNvSpPr txBox="1"/>
          <p:nvPr/>
        </p:nvSpPr>
        <p:spPr>
          <a:xfrm>
            <a:off x="677387" y="2200937"/>
            <a:ext cx="10855878" cy="182576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000000"/>
                </a:solidFill>
                <a:latin typeface="Play"/>
                <a:ea typeface="Play"/>
                <a:cs typeface="Play"/>
              </a:rPr>
              <a:t>Одобрить запуск сервиса на всю компанию</a:t>
            </a:r>
          </a:p>
        </p:txBody>
      </p:sp>
      <p:sp>
        <p:nvSpPr>
          <p:cNvPr id="785" name="body"/>
          <p:cNvSpPr txBox="1"/>
          <p:nvPr/>
        </p:nvSpPr>
        <p:spPr>
          <a:xfrm>
            <a:off x="677387" y="4274370"/>
            <a:ext cx="10855878" cy="205432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Выделить бюджет на инфраструктуру и интеграцию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Назначить ответственных за внедрение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855" y="692177"/>
            <a:ext cx="5242438" cy="919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Заключение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658855" y="1851687"/>
            <a:ext cx="5242438" cy="197125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Одобрить запуск сервиса на всю компанию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58855" y="4050391"/>
            <a:ext cx="5242438" cy="159216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Назначить ответственных и выделить бюджет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