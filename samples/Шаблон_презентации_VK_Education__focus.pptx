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Запросы дизайнеров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</c:v>
                </c:pt>
                <c:pt idx="1">
                  <c:v>38.0</c:v>
                </c:pt>
              </c:numCache>
            </c:numRef>
          </c:val>
        </c:ser>
        <c:dLbls>
          <c:numFmt formatCode="0&quot; значений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Значения, значений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презентаций: пилот и запуск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и проблемы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825777"/>
            <a:ext cx="10855878" cy="156676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12-слайдовая колода занимает 186 мин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602714"/>
            <a:ext cx="10855878" cy="172598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Правки после ревью добавляют 74 мин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автоматизация от шаблона до аудита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825777"/>
            <a:ext cx="10855878" cy="14659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pptx шаблон и материалы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501952"/>
            <a:ext cx="10855878" cy="182674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Результат – редактируемый pptx, pdf и html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эффект: ускорение и качество</a:t>
            </a:r>
          </a:p>
        </p:txBody>
      </p:sp>
      <p:sp>
        <p:nvSpPr>
          <p:cNvPr id="784" name="lead"/>
          <p:cNvSpPr txBox="1"/>
          <p:nvPr/>
        </p:nvSpPr>
        <p:spPr>
          <a:xfrm>
            <a:off x="677387" y="2825777"/>
            <a:ext cx="10855878" cy="163715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 сократилось до 4 мин</a:t>
            </a:r>
          </a:p>
        </p:txBody>
      </p:sp>
      <p:sp>
        <p:nvSpPr>
          <p:cNvPr id="785" name="body"/>
          <p:cNvSpPr txBox="1"/>
          <p:nvPr/>
        </p:nvSpPr>
        <p:spPr>
          <a:xfrm>
            <a:off x="677387" y="4673108"/>
            <a:ext cx="10855878" cy="16555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Первый вариант готов за 1 день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Стиль-нарушения упали до 2 из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сроки: инфраструктура и стоимость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825777"/>
            <a:ext cx="10855878" cy="14455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481549"/>
            <a:ext cx="10855878" cy="18471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gpt-oss-20b, инференс 1400 руб за 6 недель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Параллельность до 20 задач без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Пилотный план: 6 недель, 2 команды, 68 колод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677387" y="3859031"/>
            <a:ext cx="10855878" cy="1744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2422733" y="3803787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677387" y="3591534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91" name="Oval 990"/>
          <p:cNvSpPr/>
          <p:nvPr/>
        </p:nvSpPr>
        <p:spPr>
          <a:xfrm>
            <a:off x="6041359" y="3803787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3391356" y="3986965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93" name="Oval 992"/>
          <p:cNvSpPr/>
          <p:nvPr/>
        </p:nvSpPr>
        <p:spPr>
          <a:xfrm>
            <a:off x="9659985" y="3803787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6105326" y="3591534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  <p:sp>
        <p:nvSpPr>
          <p:cNvPr id="995" name="body"/>
          <p:cNvSpPr txBox="1"/>
          <p:nvPr/>
        </p:nvSpPr>
        <p:spPr>
          <a:xfrm>
            <a:off x="677387" y="4173051"/>
            <a:ext cx="10855878" cy="67342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недель, 2 команды, 68 презентаций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 расширения: 4 команды в 3-м квартале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к руководству: одобрение и интеграцию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825777"/>
            <a:ext cx="10855878" cy="150625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на всю компанию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542209"/>
            <a:ext cx="10855878" cy="17864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Интеграцию с хранилищем документов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Финансирование дальнейшего развития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время сборки: 186 мин + 74 мин правок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2277137"/>
          <a:ext cx="10855878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Улучшения в пилоте: 4 мин сборки, 38 запросов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2277137"/>
          <a:ext cx="10855878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 и меры: модель, шаблон, нагрузка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