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Сейчас сборка презентаций занимает 186 минут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3591534"/>
            <a:ext cx="5245059" cy="12549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Отдел маркетинга вручную собирает 42 колоды за квартал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74 минуты уходит на правки после ревью дизайнера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19 колод нарушают фирменный стиль</a:t>
            </a:r>
          </a:p>
        </p:txBody>
      </p:sp>
      <p:graphicFrame>
        <p:nvGraphicFramePr>
          <p:cNvPr id="989" name="Chart 988"/>
          <p:cNvGraphicFramePr>
            <a:graphicFrameLocks noGrp="1"/>
          </p:cNvGraphicFramePr>
          <p:nvPr/>
        </p:nvGraphicFramePr>
        <p:xfrm>
          <a:off x="6288206" y="3591534"/>
          <a:ext cx="5245059" cy="12549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автоматически вёрстит презентации за 4 минуты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277137"/>
            <a:ext cx="5245059" cy="392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Автоматически формирует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Экспорт в pptx, pdf, html</a:t>
            </a:r>
          </a:p>
        </p:txBody>
      </p:sp>
      <p:sp>
        <p:nvSpPr>
          <p:cNvPr id="4" name="Pentagon 3"/>
          <p:cNvSpPr/>
          <p:nvPr/>
        </p:nvSpPr>
        <p:spPr>
          <a:xfrm>
            <a:off x="6288206" y="3929382"/>
            <a:ext cx="998659" cy="619168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29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29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5" name="Chevron 4"/>
          <p:cNvSpPr/>
          <p:nvPr/>
        </p:nvSpPr>
        <p:spPr>
          <a:xfrm>
            <a:off x="7349805" y="3929382"/>
            <a:ext cx="998659" cy="61916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943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43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План</a:t>
            </a:r>
          </a:p>
        </p:txBody>
      </p:sp>
      <p:sp>
        <p:nvSpPr>
          <p:cNvPr id="6" name="Chevron 5"/>
          <p:cNvSpPr/>
          <p:nvPr/>
        </p:nvSpPr>
        <p:spPr>
          <a:xfrm>
            <a:off x="8411405" y="3929382"/>
            <a:ext cx="998659" cy="61916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Вёрстка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9473005" y="3929382"/>
            <a:ext cx="998659" cy="61916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754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4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Аудит</a:t>
            </a:r>
          </a:p>
        </p:txBody>
      </p:sp>
      <p:sp>
        <p:nvSpPr>
          <p:cNvPr id="8" name="Chevron 7"/>
          <p:cNvSpPr/>
          <p:nvPr/>
        </p:nvSpPr>
        <p:spPr>
          <a:xfrm>
            <a:off x="10534605" y="3929382"/>
            <a:ext cx="998659" cy="619168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сократил время сборки до 4 минут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277137"/>
            <a:ext cx="5245059" cy="392365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Среднее время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Срок до первой версии сократился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Нарушений стиля 2 из 68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88206" y="2277137"/>
          <a:ext cx="5245059" cy="392365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Для запуска требуется 2 vCPU, 2 ГБ RAM и 1 400 руб. за инференс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Сервис работает на одной машине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Модель gpt-oss-20b подключается по OpenAI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План запуска: Q3 2026 подключить 4 команды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собрал 68 презентаций за 6 недель</a:t>
            </a:r>
          </a:p>
        </p:txBody>
      </p:sp>
      <p:sp>
        <p:nvSpPr>
          <p:cNvPr id="766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Дизайнеры закрыли 38 запросов вместо 11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Рутина вёрстки ушла в сервис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Решение о запуске сервиса на всю компанию</a:t>
            </a:r>
          </a:p>
        </p:txBody>
      </p:sp>
      <p:sp>
        <p:nvSpPr>
          <p:cNvPr id="784" name="body"/>
          <p:cNvSpPr txBox="1"/>
          <p:nvPr/>
        </p:nvSpPr>
        <p:spPr>
          <a:xfrm>
            <a:off x="677387" y="3695391"/>
            <a:ext cx="10855878" cy="894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Запрос одобрения на масштабирование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Подключение к корпоративному хранилищу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Интеграция с доменом и HTTPS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