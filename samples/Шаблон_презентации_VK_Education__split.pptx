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body_left"/>
          <p:cNvSpPr txBox="1"/>
          <p:nvPr/>
        </p:nvSpPr>
        <p:spPr>
          <a:xfrm>
            <a:off x="677387" y="2200937"/>
            <a:ext cx="5245059" cy="26455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Отделы собирают презентации вручную, затрачивая 186 минут на 12-слайдовую колоду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После ревью дизайнеров добавляется 74 минуты правок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стиль: чужие гарнитуры и цвета</a:t>
            </a:r>
          </a:p>
        </p:txBody>
      </p:sp>
      <p:sp>
        <p:nvSpPr>
          <p:cNvPr id="989" name="body_right"/>
          <p:cNvSpPr txBox="1"/>
          <p:nvPr/>
        </p:nvSpPr>
        <p:spPr>
          <a:xfrm>
            <a:off x="6288206" y="2200937"/>
            <a:ext cx="5245059" cy="26455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закрывают 11 запросов в неделю из 27 поступающих, ожидание 6 дней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колоды составляет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pptx-шаблон, документы, таблицы, заметки.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Шабл превращается:гарнитуры, шкала кеглей, палитра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Бриф генерирует колоду, автоматическая вёрстка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html; слайды редактируемы.</a:t>
            </a:r>
          </a:p>
        </p:txBody>
      </p:sp>
      <p:sp>
        <p:nvSpPr>
          <p:cNvPr id="4" name="Pentagon 3"/>
          <p:cNvSpPr/>
          <p:nvPr/>
        </p:nvSpPr>
        <p:spPr>
          <a:xfrm>
            <a:off x="6288206" y="1835190"/>
            <a:ext cx="5245059" cy="761545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6288206" y="2720708"/>
            <a:ext cx="5245059" cy="76154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</a:t>
            </a:r>
          </a:p>
        </p:txBody>
      </p:sp>
      <p:sp>
        <p:nvSpPr>
          <p:cNvPr id="6" name="Chevron 5"/>
          <p:cNvSpPr/>
          <p:nvPr/>
        </p:nvSpPr>
        <p:spPr>
          <a:xfrm>
            <a:off x="6288206" y="3606227"/>
            <a:ext cx="5245059" cy="76154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6288206" y="4491746"/>
            <a:ext cx="5245059" cy="76154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8" name="Chevron 7"/>
          <p:cNvSpPr/>
          <p:nvPr/>
        </p:nvSpPr>
        <p:spPr>
          <a:xfrm>
            <a:off x="6288206" y="5377264"/>
            <a:ext cx="5245059" cy="76154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19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920" name="body_left"/>
          <p:cNvSpPr txBox="1"/>
          <p:nvPr/>
        </p:nvSpPr>
        <p:spPr>
          <a:xfrm>
            <a:off x="677387" y="2200937"/>
            <a:ext cx="5245059" cy="37486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сборки колоды сократилось с 186 до 4 минут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Первая версия готова за 1 день вместо 6 рабочих дней</a:t>
            </a:r>
          </a:p>
        </p:txBody>
      </p:sp>
      <p:sp>
        <p:nvSpPr>
          <p:cNvPr id="921" name="body_right"/>
          <p:cNvSpPr txBox="1"/>
          <p:nvPr/>
        </p:nvSpPr>
        <p:spPr>
          <a:xfrm>
            <a:off x="6288206" y="2200937"/>
            <a:ext cx="5245059" cy="37486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в пилоте 2 из 68 колод, исправлены автоматически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неделю, рутина ушла в сервис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на машине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подключена через OpenAI-протокол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6 недель 1 400 руб.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88206" y="3809896"/>
            <a:ext cx="5245059" cy="13282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47148" y="3679620"/>
            <a:ext cx="393379" cy="39337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88206" y="1773204"/>
            <a:ext cx="1966897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8058413" y="3679620"/>
            <a:ext cx="393379" cy="39337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71654" y="4203276"/>
            <a:ext cx="1966897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Домен и HTTPS</a:t>
            </a:r>
          </a:p>
        </p:txBody>
      </p:sp>
      <p:sp>
        <p:nvSpPr>
          <p:cNvPr id="9" name="Oval 8"/>
          <p:cNvSpPr/>
          <p:nvPr/>
        </p:nvSpPr>
        <p:spPr>
          <a:xfrm>
            <a:off x="9369678" y="3679620"/>
            <a:ext cx="393379" cy="39337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82919" y="1773204"/>
            <a:ext cx="1966897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Доступ для всей компании</a:t>
            </a:r>
          </a:p>
        </p:txBody>
      </p:sp>
      <p:sp>
        <p:nvSpPr>
          <p:cNvPr id="11" name="Oval 10"/>
          <p:cNvSpPr/>
          <p:nvPr/>
        </p:nvSpPr>
        <p:spPr>
          <a:xfrm>
            <a:off x="10680942" y="3679620"/>
            <a:ext cx="393379" cy="39337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66367" y="4203276"/>
            <a:ext cx="1966897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677387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длился 6 недель, включал 2 команды и 68 презентаций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186, первая версия 1 день вместо 6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6288206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стиля 2 из 68 колод, обе исправлены автоматическими правками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неделю, рутина ушла в сервис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2926618"/>
            <a:ext cx="10855878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Интеграция с корпоративным хранилищем документов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Обеспечить поддержку очереди для нагрузки более 20 задач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766" name="body"/>
          <p:cNvSpPr txBox="1"/>
          <p:nvPr/>
        </p:nvSpPr>
        <p:spPr>
          <a:xfrm>
            <a:off x="677387" y="3014671"/>
            <a:ext cx="10855878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может выдумать цифры, которые отсутствуют в материалах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Неполный шаблон приводит к ошибкам, сервис использует рабочую область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Вопросы к руководству</a:t>
            </a:r>
          </a:p>
        </p:txBody>
      </p:sp>
      <p:sp>
        <p:nvSpPr>
          <p:cNvPr id="784" name="body"/>
          <p:cNvSpPr txBox="1"/>
          <p:nvPr/>
        </p:nvSpPr>
        <p:spPr>
          <a:xfrm>
            <a:off x="677387" y="2926618"/>
            <a:ext cx="10855878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Какие ресурсы нужны для масштабирования сервиса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Как обеспечить качество и проверку данных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Как быстро интегрировать сервис в существующие процессы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Следующие шаги после одобрения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58855" y="2380007"/>
            <a:ext cx="5242438" cy="3262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После одобрения подключить 4 команды в Q3 2026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 Q4 2026 обеспечить домен, HTTPS и доступ для всей компании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 Q1 2027 добавить генерацию иллюстраций под стиль шаблона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