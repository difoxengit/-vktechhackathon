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2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78" r:id="rId4"/>
    <p:sldMasterId id="2147483679" r:id="rId5"/>
  </p:sldMasterIdLst>
  <p:notesMasterIdLst>
    <p:notesMasterId r:id="rId6"/>
  </p:notesMasterIdLst>
  <p:sldIdLst>
    <p:sldId id="311" r:id="rId64"/>
    <p:sldId id="312" r:id="rId65"/>
    <p:sldId id="313" r:id="rId66"/>
    <p:sldId id="314" r:id="rId67"/>
    <p:sldId id="315" r:id="rId68"/>
    <p:sldId id="316" r:id="rId69"/>
    <p:sldId id="317" r:id="rId70"/>
    <p:sldId id="318" r:id="rId71"/>
    <p:sldId id="319" r:id="rId72"/>
    <p:sldId id="320" r:id="rId73"/>
  </p:sldIdLst>
  <p:sldSz cy="6858000" cx="12192000"/>
  <p:notesSz cx="6858000" cy="9144000"/>
  <p:embeddedFontLst>
    <p:embeddedFont>
      <p:font typeface="Play"/>
      <p:regular r:id="rId62"/>
      <p:bold r:id="rId63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552006A8-8AF6-428E-B8E6-5754F7C527DE}">
  <a:tblStyle styleId="{552006A8-8AF6-428E-B8E6-5754F7C527DE}" styleName="Table_0">
    <a:wholeTbl>
      <a:tcTxStyle b="off" i="off">
        <a:font>
          <a:latin typeface="SF Pro Text Light"/>
          <a:ea typeface="SF Pro Text Light"/>
          <a:cs typeface="SF Pro Text Ligh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6EBFF"/>
          </a:solidFill>
        </a:fill>
      </a:tcStyle>
    </a:wholeTbl>
    <a:band1H>
      <a:tcTxStyle/>
      <a:tcStyle>
        <a:fill>
          <a:solidFill>
            <a:srgbClr val="CAD5FF"/>
          </a:solidFill>
        </a:fill>
      </a:tcStyle>
    </a:band1H>
    <a:band2H>
      <a:tcTxStyle/>
    </a:band2H>
    <a:band1V>
      <a:tcTxStyle/>
      <a:tcStyle>
        <a:fill>
          <a:solidFill>
            <a:srgbClr val="CAD5FF"/>
          </a:solidFill>
        </a:fill>
      </a:tcStyle>
    </a:band1V>
    <a:band2V>
      <a:tcTxStyle/>
    </a:band2V>
    <a:lastCol>
      <a:tcTxStyle b="on" i="off">
        <a:font>
          <a:latin typeface="SF Pro Text Light"/>
          <a:ea typeface="SF Pro Text Light"/>
          <a:cs typeface="SF Pro Text Ligh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SF Pro Text Light"/>
          <a:ea typeface="SF Pro Text Light"/>
          <a:cs typeface="SF Pro Text Ligh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SF Pro Text Light"/>
          <a:ea typeface="SF Pro Text Light"/>
          <a:cs typeface="SF Pro Text Ligh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SF Pro Text Light"/>
          <a:ea typeface="SF Pro Text Light"/>
          <a:cs typeface="SF Pro Text Ligh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  <a:tblStyle styleId="{D62A05B1-10D2-4378-96B9-F810E7567A26}" styleName="Table_1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5" Type="http://schemas.openxmlformats.org/officeDocument/2006/relationships/slideMaster" Target="slideMasters/slideMaster2.xml"/><Relationship Id="rId6" Type="http://schemas.openxmlformats.org/officeDocument/2006/relationships/notesMaster" Target="notesMasters/notesMaster1.xml"/><Relationship Id="rId62" Type="http://schemas.openxmlformats.org/officeDocument/2006/relationships/font" Target="fonts/Play-regular.fntdata"/><Relationship Id="rId63" Type="http://schemas.openxmlformats.org/officeDocument/2006/relationships/font" Target="fonts/Play-bold.fntdata"/><Relationship Id="rId64" Type="http://schemas.openxmlformats.org/officeDocument/2006/relationships/slide" Target="slides/slide56.xml"/><Relationship Id="rId65" Type="http://schemas.openxmlformats.org/officeDocument/2006/relationships/slide" Target="slides/slide57.xml"/><Relationship Id="rId66" Type="http://schemas.openxmlformats.org/officeDocument/2006/relationships/slide" Target="slides/slide58.xml"/><Relationship Id="rId67" Type="http://schemas.openxmlformats.org/officeDocument/2006/relationships/slide" Target="slides/slide59.xml"/><Relationship Id="rId68" Type="http://schemas.openxmlformats.org/officeDocument/2006/relationships/slide" Target="slides/slide60.xml"/><Relationship Id="rId69" Type="http://schemas.openxmlformats.org/officeDocument/2006/relationships/slide" Target="slides/slide61.xml"/><Relationship Id="rId70" Type="http://schemas.openxmlformats.org/officeDocument/2006/relationships/slide" Target="slides/slide62.xml"/><Relationship Id="rId71" Type="http://schemas.openxmlformats.org/officeDocument/2006/relationships/slide" Target="slides/slide63.xml"/><Relationship Id="rId72" Type="http://schemas.openxmlformats.org/officeDocument/2006/relationships/slide" Target="slides/slide64.xml"/><Relationship Id="rId73" Type="http://schemas.openxmlformats.org/officeDocument/2006/relationships/slide" Target="slides/slide65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Время</c:v>
                </c:pt>
              </c:strCache>
            </c:strRef>
          </c:tx>
          <c:spPr>
            <a:solidFill>
              <a:srgbClr val="0077FF"/>
            </a:solidFill>
            <a:ln>
              <a:solidFill>
                <a:srgbClr val="0077FF"/>
              </a:solidFill>
            </a:ln>
          </c:spPr>
          <c:cat>
            <c:strRef>
              <c:f>Sheet1!$A$2:$A$3</c:f>
              <c:strCache>
                <c:ptCount val="2"/>
                <c:pt idx="0">
                  <c:v>Сборка</c:v>
                </c:pt>
                <c:pt idx="1">
                  <c:v>Правки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186.0</c:v>
                </c:pt>
                <c:pt idx="1">
                  <c:v>74.0</c:v>
                </c:pt>
              </c:numCache>
            </c:numRef>
          </c:val>
        </c:ser>
        <c:dLbls>
          <c:numFmt formatCode="0&quot; мин&quot;" sourceLinked="0"/>
          <c:txPr>
            <a:bodyPr wrap="none"/>
            <a:lstStyle/>
            <a:p>
              <a:pPr>
                <a:defRPr sz="1100" b="0">
                  <a:solidFill>
                    <a:srgbClr val="000000"/>
                  </a:solidFill>
                  <a:latin typeface="Play"/>
                  <a:ea typeface="Play"/>
                  <a:cs typeface="Play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100" b="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 w="9525">
              <a:solidFill>
                <a:srgbClr val="D1D1D1"/>
              </a:solidFill>
            </a:ln>
          </c:spPr>
        </c:majorGridlines>
        <c:title>
          <c:tx>
            <c:rich>
              <a:bodyPr rot="0" vert="horz"/>
              <a:lstStyle/>
              <a:p>
                <a:pPr>
                  <a:defRPr sz="1100" b="0">
                    <a:solidFill>
                      <a:srgbClr val="000000"/>
                    </a:solidFill>
                    <a:latin typeface="Play"/>
                    <a:ea typeface="Play"/>
                    <a:cs typeface="Play"/>
                  </a:defRPr>
                </a:pPr>
                <a:r>
                  <a:t>Время, мин</a:t>
                </a:r>
              </a:p>
            </c:rich>
          </c:tx>
          <c:layout/>
          <c:overlay val="0"/>
        </c:title>
        <c:majorTickMark val="out"/>
        <c:minorTickMark val="none"/>
        <c:tickLblPos val="nextTo"/>
        <c:txPr>
          <a:bodyPr/>
          <a:lstStyle/>
          <a:p>
            <a:pPr>
              <a:defRPr sz="1100" b="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200" b="0">
          <a:solidFill>
            <a:srgbClr val="000000"/>
          </a:solidFill>
          <a:latin typeface="Play"/>
          <a:ea typeface="Play"/>
          <a:cs typeface="Play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Значения</c:v>
                </c:pt>
              </c:strCache>
            </c:strRef>
          </c:tx>
          <c:spPr>
            <a:solidFill>
              <a:srgbClr val="0077FF"/>
            </a:solidFill>
            <a:ln>
              <a:solidFill>
                <a:srgbClr val="0077FF"/>
              </a:solidFill>
            </a:ln>
          </c:spPr>
          <c:cat>
            <c:strRef>
              <c:f>Sheet1!$A$2:$A$3</c:f>
              <c:strCache>
                <c:ptCount val="2"/>
                <c:pt idx="0">
                  <c:v>Сборка</c:v>
                </c:pt>
                <c:pt idx="1">
                  <c:v>Запросы дизайнеров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4.0</c:v>
                </c:pt>
                <c:pt idx="1">
                  <c:v>38.0</c:v>
                </c:pt>
              </c:numCache>
            </c:numRef>
          </c:val>
        </c:ser>
        <c:dLbls>
          <c:numFmt formatCode="0&quot; значений&quot;" sourceLinked="0"/>
          <c:txPr>
            <a:bodyPr wrap="none"/>
            <a:lstStyle/>
            <a:p>
              <a:pPr>
                <a:defRPr sz="1100" b="0">
                  <a:solidFill>
                    <a:srgbClr val="000000"/>
                  </a:solidFill>
                  <a:latin typeface="Play"/>
                  <a:ea typeface="Play"/>
                  <a:cs typeface="Play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100" b="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 w="9525">
              <a:solidFill>
                <a:srgbClr val="D1D1D1"/>
              </a:solidFill>
            </a:ln>
          </c:spPr>
        </c:majorGridlines>
        <c:title>
          <c:tx>
            <c:rich>
              <a:bodyPr rot="0" vert="horz"/>
              <a:lstStyle/>
              <a:p>
                <a:pPr>
                  <a:defRPr sz="1100" b="0">
                    <a:solidFill>
                      <a:srgbClr val="000000"/>
                    </a:solidFill>
                    <a:latin typeface="Play"/>
                    <a:ea typeface="Play"/>
                    <a:cs typeface="Play"/>
                  </a:defRPr>
                </a:pPr>
                <a:r>
                  <a:t>Значения, значений</a:t>
                </a:r>
              </a:p>
            </c:rich>
          </c:tx>
          <c:layout/>
          <c:overlay val="0"/>
        </c:title>
        <c:majorTickMark val="out"/>
        <c:minorTickMark val="none"/>
        <c:tickLblPos val="nextTo"/>
        <c:txPr>
          <a:bodyPr/>
          <a:lstStyle/>
          <a:p>
            <a:pPr>
              <a:defRPr sz="1100" b="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200" b="0">
          <a:solidFill>
            <a:srgbClr val="000000"/>
          </a:solidFill>
          <a:latin typeface="Play"/>
          <a:ea typeface="Play"/>
          <a:cs typeface="Play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ru-RU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_rels/notesSlide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5.xml"/></Relationship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Заголовок">
  <p:cSld name="Заголовок">
    <p:bg>
      <p:bgPr>
        <a:solidFill>
          <a:schemeClr val="lt2"/>
        </a:solidFill>
      </p:bgPr>
    </p:bg>
    <p:spTree>
      <p:nvGrpSpPr>
        <p:cNvPr id="8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7"/>
          <p:cNvSpPr txBox="1"/>
          <p:nvPr>
            <p:ph type="title"/>
          </p:nvPr>
        </p:nvSpPr>
        <p:spPr>
          <a:xfrm>
            <a:off x="677334" y="692150"/>
            <a:ext cx="10855854" cy="64424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Play"/>
              <a:buNone/>
              <a:defRPr>
                <a:solidFill>
                  <a:schemeClr val="accen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Заголовок + текст в две колонки">
  <p:cSld name="2_Заголовок + текст в две колонки">
    <p:bg>
      <p:bgPr>
        <a:solidFill>
          <a:schemeClr val="lt2"/>
        </a:solidFill>
      </p:bgPr>
    </p:bg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3"/>
          <p:cNvSpPr txBox="1"/>
          <p:nvPr>
            <p:ph idx="1" type="body"/>
          </p:nvPr>
        </p:nvSpPr>
        <p:spPr>
          <a:xfrm>
            <a:off x="677334" y="1773238"/>
            <a:ext cx="5304365" cy="442753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0" i="0">
                <a:latin typeface="Play"/>
                <a:ea typeface="Play"/>
                <a:cs typeface="Play"/>
                <a:sym typeface="Play"/>
              </a:defRPr>
            </a:lvl1pPr>
            <a:lvl2pPr indent="-317500" lvl="1" marL="9144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SzPts val="1400"/>
              <a:buChar char="•"/>
              <a:defRPr b="0" i="0">
                <a:latin typeface="Play"/>
                <a:ea typeface="Play"/>
                <a:cs typeface="Play"/>
                <a:sym typeface="Play"/>
              </a:defRPr>
            </a:lvl2pPr>
            <a:lvl3pPr indent="-304800" lvl="2" marL="1371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Char char="−"/>
              <a:defRPr b="0" i="0">
                <a:latin typeface="Play"/>
                <a:ea typeface="Play"/>
                <a:cs typeface="Play"/>
                <a:sym typeface="Play"/>
              </a:defRPr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09" name="Google Shape;109;p13"/>
          <p:cNvSpPr txBox="1"/>
          <p:nvPr>
            <p:ph idx="2" type="body"/>
          </p:nvPr>
        </p:nvSpPr>
        <p:spPr>
          <a:xfrm>
            <a:off x="6228824" y="1773239"/>
            <a:ext cx="5304364" cy="442753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0" i="0">
                <a:latin typeface="Play"/>
                <a:ea typeface="Play"/>
                <a:cs typeface="Play"/>
                <a:sym typeface="Play"/>
              </a:defRPr>
            </a:lvl1pPr>
            <a:lvl2pPr indent="-317500" lvl="1" marL="9144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SzPts val="1400"/>
              <a:buChar char="•"/>
              <a:defRPr b="0" i="0">
                <a:latin typeface="Play"/>
                <a:ea typeface="Play"/>
                <a:cs typeface="Play"/>
                <a:sym typeface="Play"/>
              </a:defRPr>
            </a:lvl2pPr>
            <a:lvl3pPr indent="-304800" lvl="2" marL="1371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Char char="−"/>
              <a:defRPr b="0" i="0">
                <a:latin typeface="Play"/>
                <a:ea typeface="Play"/>
                <a:cs typeface="Play"/>
                <a:sym typeface="Play"/>
              </a:defRPr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10" name="Google Shape;110;p13"/>
          <p:cNvSpPr txBox="1"/>
          <p:nvPr>
            <p:ph type="title"/>
          </p:nvPr>
        </p:nvSpPr>
        <p:spPr>
          <a:xfrm>
            <a:off x="677334" y="692150"/>
            <a:ext cx="10855854" cy="64424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Play"/>
              <a:buNone/>
              <a:defRPr>
                <a:solidFill>
                  <a:schemeClr val="accen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6" Type="http://schemas.openxmlformats.org/officeDocument/2006/relationships/slideLayout" Target="../slideLayouts/slideLayout6.xml"/><Relationship Id="rId12" Type="http://schemas.openxmlformats.org/officeDocument/2006/relationships/slideLayout" Target="../slideLayouts/slideLayout12.xml"/><Relationship Id="rId29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3" Type="http://schemas.openxmlformats.org/officeDocument/2006/relationships/theme" Target="../theme/theme3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2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677334" y="692150"/>
            <a:ext cx="10855854" cy="64424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Play"/>
              <a:buNone/>
              <a:defRPr b="0" i="0" sz="3600" u="none" cap="none" strike="noStrike">
                <a:solidFill>
                  <a:schemeClr val="dk2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658813" y="1773238"/>
            <a:ext cx="10855852" cy="446404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marR="0" rtl="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17500" lvl="1" marL="914400" marR="0" rtl="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2pPr>
            <a:lvl3pPr indent="-304800" lvl="2" marL="1371600" marR="0" rtl="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Char char="−"/>
              <a:defRPr b="0" i="0" sz="12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3pPr>
            <a:lvl4pPr indent="-342900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grpSp>
        <p:nvGrpSpPr>
          <p:cNvPr id="12" name="Google Shape;12;p1"/>
          <p:cNvGrpSpPr/>
          <p:nvPr/>
        </p:nvGrpSpPr>
        <p:grpSpPr>
          <a:xfrm>
            <a:off x="0" y="-114752"/>
            <a:ext cx="12188148" cy="64309"/>
            <a:chOff x="0" y="1773238"/>
            <a:chExt cx="12188148" cy="735184"/>
          </a:xfrm>
        </p:grpSpPr>
        <p:cxnSp>
          <p:nvCxnSpPr>
            <p:cNvPr id="13" name="Google Shape;13;p1"/>
            <p:cNvCxnSpPr/>
            <p:nvPr/>
          </p:nvCxnSpPr>
          <p:spPr>
            <a:xfrm>
              <a:off x="0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4" name="Google Shape;14;p1"/>
            <p:cNvCxnSpPr/>
            <p:nvPr/>
          </p:nvCxnSpPr>
          <p:spPr>
            <a:xfrm>
              <a:off x="677119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5" name="Google Shape;15;p1"/>
            <p:cNvCxnSpPr/>
            <p:nvPr/>
          </p:nvCxnSpPr>
          <p:spPr>
            <a:xfrm>
              <a:off x="1354238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6" name="Google Shape;16;p1"/>
            <p:cNvCxnSpPr/>
            <p:nvPr/>
          </p:nvCxnSpPr>
          <p:spPr>
            <a:xfrm>
              <a:off x="2031357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7" name="Google Shape;17;p1"/>
            <p:cNvCxnSpPr/>
            <p:nvPr/>
          </p:nvCxnSpPr>
          <p:spPr>
            <a:xfrm>
              <a:off x="2708476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8" name="Google Shape;18;p1"/>
            <p:cNvCxnSpPr/>
            <p:nvPr/>
          </p:nvCxnSpPr>
          <p:spPr>
            <a:xfrm>
              <a:off x="3385595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9" name="Google Shape;19;p1"/>
            <p:cNvCxnSpPr/>
            <p:nvPr/>
          </p:nvCxnSpPr>
          <p:spPr>
            <a:xfrm>
              <a:off x="4062714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0" name="Google Shape;20;p1"/>
            <p:cNvCxnSpPr/>
            <p:nvPr/>
          </p:nvCxnSpPr>
          <p:spPr>
            <a:xfrm>
              <a:off x="4739833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" name="Google Shape;21;p1"/>
            <p:cNvCxnSpPr/>
            <p:nvPr/>
          </p:nvCxnSpPr>
          <p:spPr>
            <a:xfrm>
              <a:off x="5416952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2" name="Google Shape;22;p1"/>
            <p:cNvCxnSpPr/>
            <p:nvPr/>
          </p:nvCxnSpPr>
          <p:spPr>
            <a:xfrm>
              <a:off x="6094071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3" name="Google Shape;23;p1"/>
            <p:cNvCxnSpPr/>
            <p:nvPr/>
          </p:nvCxnSpPr>
          <p:spPr>
            <a:xfrm>
              <a:off x="6771190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4" name="Google Shape;24;p1"/>
            <p:cNvCxnSpPr/>
            <p:nvPr/>
          </p:nvCxnSpPr>
          <p:spPr>
            <a:xfrm>
              <a:off x="7448309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5" name="Google Shape;25;p1"/>
            <p:cNvCxnSpPr/>
            <p:nvPr/>
          </p:nvCxnSpPr>
          <p:spPr>
            <a:xfrm>
              <a:off x="8125428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6" name="Google Shape;26;p1"/>
            <p:cNvCxnSpPr/>
            <p:nvPr/>
          </p:nvCxnSpPr>
          <p:spPr>
            <a:xfrm>
              <a:off x="8802547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7" name="Google Shape;27;p1"/>
            <p:cNvCxnSpPr/>
            <p:nvPr/>
          </p:nvCxnSpPr>
          <p:spPr>
            <a:xfrm>
              <a:off x="9479666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8" name="Google Shape;28;p1"/>
            <p:cNvCxnSpPr/>
            <p:nvPr/>
          </p:nvCxnSpPr>
          <p:spPr>
            <a:xfrm>
              <a:off x="10156785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9" name="Google Shape;29;p1"/>
            <p:cNvCxnSpPr/>
            <p:nvPr/>
          </p:nvCxnSpPr>
          <p:spPr>
            <a:xfrm>
              <a:off x="10833904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0" name="Google Shape;30;p1"/>
            <p:cNvCxnSpPr/>
            <p:nvPr/>
          </p:nvCxnSpPr>
          <p:spPr>
            <a:xfrm>
              <a:off x="11511023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1" name="Google Shape;31;p1"/>
            <p:cNvCxnSpPr/>
            <p:nvPr/>
          </p:nvCxnSpPr>
          <p:spPr>
            <a:xfrm>
              <a:off x="12188148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</p:grpSp>
      <p:grpSp>
        <p:nvGrpSpPr>
          <p:cNvPr id="32" name="Google Shape;32;p1"/>
          <p:cNvGrpSpPr/>
          <p:nvPr/>
        </p:nvGrpSpPr>
        <p:grpSpPr>
          <a:xfrm>
            <a:off x="-3" y="6987088"/>
            <a:ext cx="12188148" cy="64309"/>
            <a:chOff x="0" y="1773238"/>
            <a:chExt cx="12188148" cy="735184"/>
          </a:xfrm>
        </p:grpSpPr>
        <p:cxnSp>
          <p:nvCxnSpPr>
            <p:cNvPr id="33" name="Google Shape;33;p1"/>
            <p:cNvCxnSpPr/>
            <p:nvPr/>
          </p:nvCxnSpPr>
          <p:spPr>
            <a:xfrm>
              <a:off x="0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4" name="Google Shape;34;p1"/>
            <p:cNvCxnSpPr/>
            <p:nvPr/>
          </p:nvCxnSpPr>
          <p:spPr>
            <a:xfrm>
              <a:off x="677119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5" name="Google Shape;35;p1"/>
            <p:cNvCxnSpPr/>
            <p:nvPr/>
          </p:nvCxnSpPr>
          <p:spPr>
            <a:xfrm>
              <a:off x="1354238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6" name="Google Shape;36;p1"/>
            <p:cNvCxnSpPr/>
            <p:nvPr/>
          </p:nvCxnSpPr>
          <p:spPr>
            <a:xfrm>
              <a:off x="2031357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7" name="Google Shape;37;p1"/>
            <p:cNvCxnSpPr/>
            <p:nvPr/>
          </p:nvCxnSpPr>
          <p:spPr>
            <a:xfrm>
              <a:off x="2708476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8" name="Google Shape;38;p1"/>
            <p:cNvCxnSpPr/>
            <p:nvPr/>
          </p:nvCxnSpPr>
          <p:spPr>
            <a:xfrm>
              <a:off x="3385595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9" name="Google Shape;39;p1"/>
            <p:cNvCxnSpPr/>
            <p:nvPr/>
          </p:nvCxnSpPr>
          <p:spPr>
            <a:xfrm>
              <a:off x="4062714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40" name="Google Shape;40;p1"/>
            <p:cNvCxnSpPr/>
            <p:nvPr/>
          </p:nvCxnSpPr>
          <p:spPr>
            <a:xfrm>
              <a:off x="4739833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41" name="Google Shape;41;p1"/>
            <p:cNvCxnSpPr/>
            <p:nvPr/>
          </p:nvCxnSpPr>
          <p:spPr>
            <a:xfrm>
              <a:off x="5416952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42" name="Google Shape;42;p1"/>
            <p:cNvCxnSpPr/>
            <p:nvPr/>
          </p:nvCxnSpPr>
          <p:spPr>
            <a:xfrm>
              <a:off x="6094071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43" name="Google Shape;43;p1"/>
            <p:cNvCxnSpPr/>
            <p:nvPr/>
          </p:nvCxnSpPr>
          <p:spPr>
            <a:xfrm>
              <a:off x="6771190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44" name="Google Shape;44;p1"/>
            <p:cNvCxnSpPr/>
            <p:nvPr/>
          </p:nvCxnSpPr>
          <p:spPr>
            <a:xfrm>
              <a:off x="7448309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45" name="Google Shape;45;p1"/>
            <p:cNvCxnSpPr/>
            <p:nvPr/>
          </p:nvCxnSpPr>
          <p:spPr>
            <a:xfrm>
              <a:off x="8125428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46" name="Google Shape;46;p1"/>
            <p:cNvCxnSpPr/>
            <p:nvPr/>
          </p:nvCxnSpPr>
          <p:spPr>
            <a:xfrm>
              <a:off x="8802547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47" name="Google Shape;47;p1"/>
            <p:cNvCxnSpPr/>
            <p:nvPr/>
          </p:nvCxnSpPr>
          <p:spPr>
            <a:xfrm>
              <a:off x="9479666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48" name="Google Shape;48;p1"/>
            <p:cNvCxnSpPr/>
            <p:nvPr/>
          </p:nvCxnSpPr>
          <p:spPr>
            <a:xfrm>
              <a:off x="10156785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49" name="Google Shape;49;p1"/>
            <p:cNvCxnSpPr/>
            <p:nvPr/>
          </p:nvCxnSpPr>
          <p:spPr>
            <a:xfrm>
              <a:off x="10833904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50" name="Google Shape;50;p1"/>
            <p:cNvCxnSpPr/>
            <p:nvPr/>
          </p:nvCxnSpPr>
          <p:spPr>
            <a:xfrm>
              <a:off x="11511023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51" name="Google Shape;51;p1"/>
            <p:cNvCxnSpPr/>
            <p:nvPr/>
          </p:nvCxnSpPr>
          <p:spPr>
            <a:xfrm>
              <a:off x="12188148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</p:grp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53" r:id="rId6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pos="415">
          <p15:clr>
            <a:srgbClr val="FDE53C"/>
          </p15:clr>
        </p15:guide>
        <p15:guide id="2" pos="7265">
          <p15:clr>
            <a:srgbClr val="FDE53C"/>
          </p15:clr>
        </p15:guide>
        <p15:guide id="3" orient="horz" pos="3906">
          <p15:clr>
            <a:srgbClr val="FDE53C"/>
          </p15:clr>
        </p15:guide>
        <p15:guide id="4" pos="3840">
          <p15:clr>
            <a:srgbClr val="FDE53C"/>
          </p15:clr>
        </p15:guide>
        <p15:guide id="5" orient="horz" pos="436">
          <p15:clr>
            <a:srgbClr val="FDE53C"/>
          </p15:clr>
        </p15:guide>
        <p15:guide id="6" orient="horz" pos="1117">
          <p15:clr>
            <a:srgbClr val="FDE53C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dk2"/>
        </a:solidFill>
      </p:bgPr>
    </p:bg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30"/>
          <p:cNvSpPr txBox="1"/>
          <p:nvPr>
            <p:ph type="title"/>
          </p:nvPr>
        </p:nvSpPr>
        <p:spPr>
          <a:xfrm>
            <a:off x="677334" y="692150"/>
            <a:ext cx="10855854" cy="64424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Font typeface="Play"/>
              <a:buNone/>
              <a:defRPr b="0" i="0" sz="3600" u="none" cap="none" strike="noStrike">
                <a:solidFill>
                  <a:schemeClr val="lt2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85" name="Google Shape;185;p30"/>
          <p:cNvSpPr txBox="1"/>
          <p:nvPr>
            <p:ph idx="1" type="body"/>
          </p:nvPr>
        </p:nvSpPr>
        <p:spPr>
          <a:xfrm>
            <a:off x="658813" y="1773238"/>
            <a:ext cx="10855852" cy="446404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marR="0" rtl="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17500" lvl="1" marL="914400" marR="0" rtl="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2pPr>
            <a:lvl3pPr indent="-304800" lvl="2" marL="1371600" marR="0" rtl="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rial"/>
              <a:buChar char="−"/>
              <a:defRPr b="0" i="0" sz="12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3pPr>
            <a:lvl4pPr indent="-342900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grpSp>
        <p:nvGrpSpPr>
          <p:cNvPr id="186" name="Google Shape;186;p30"/>
          <p:cNvGrpSpPr/>
          <p:nvPr/>
        </p:nvGrpSpPr>
        <p:grpSpPr>
          <a:xfrm>
            <a:off x="0" y="-114752"/>
            <a:ext cx="12188148" cy="64309"/>
            <a:chOff x="0" y="1773238"/>
            <a:chExt cx="12188148" cy="735184"/>
          </a:xfrm>
        </p:grpSpPr>
        <p:cxnSp>
          <p:nvCxnSpPr>
            <p:cNvPr id="187" name="Google Shape;187;p30"/>
            <p:cNvCxnSpPr/>
            <p:nvPr/>
          </p:nvCxnSpPr>
          <p:spPr>
            <a:xfrm>
              <a:off x="0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88" name="Google Shape;188;p30"/>
            <p:cNvCxnSpPr/>
            <p:nvPr/>
          </p:nvCxnSpPr>
          <p:spPr>
            <a:xfrm>
              <a:off x="677119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89" name="Google Shape;189;p30"/>
            <p:cNvCxnSpPr/>
            <p:nvPr/>
          </p:nvCxnSpPr>
          <p:spPr>
            <a:xfrm>
              <a:off x="1354238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90" name="Google Shape;190;p30"/>
            <p:cNvCxnSpPr/>
            <p:nvPr/>
          </p:nvCxnSpPr>
          <p:spPr>
            <a:xfrm>
              <a:off x="2031357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91" name="Google Shape;191;p30"/>
            <p:cNvCxnSpPr/>
            <p:nvPr/>
          </p:nvCxnSpPr>
          <p:spPr>
            <a:xfrm>
              <a:off x="2708476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92" name="Google Shape;192;p30"/>
            <p:cNvCxnSpPr/>
            <p:nvPr/>
          </p:nvCxnSpPr>
          <p:spPr>
            <a:xfrm>
              <a:off x="3385595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93" name="Google Shape;193;p30"/>
            <p:cNvCxnSpPr/>
            <p:nvPr/>
          </p:nvCxnSpPr>
          <p:spPr>
            <a:xfrm>
              <a:off x="4062714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94" name="Google Shape;194;p30"/>
            <p:cNvCxnSpPr/>
            <p:nvPr/>
          </p:nvCxnSpPr>
          <p:spPr>
            <a:xfrm>
              <a:off x="4739833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95" name="Google Shape;195;p30"/>
            <p:cNvCxnSpPr/>
            <p:nvPr/>
          </p:nvCxnSpPr>
          <p:spPr>
            <a:xfrm>
              <a:off x="5416952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96" name="Google Shape;196;p30"/>
            <p:cNvCxnSpPr/>
            <p:nvPr/>
          </p:nvCxnSpPr>
          <p:spPr>
            <a:xfrm>
              <a:off x="6094071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97" name="Google Shape;197;p30"/>
            <p:cNvCxnSpPr/>
            <p:nvPr/>
          </p:nvCxnSpPr>
          <p:spPr>
            <a:xfrm>
              <a:off x="6771190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98" name="Google Shape;198;p30"/>
            <p:cNvCxnSpPr/>
            <p:nvPr/>
          </p:nvCxnSpPr>
          <p:spPr>
            <a:xfrm>
              <a:off x="7448309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99" name="Google Shape;199;p30"/>
            <p:cNvCxnSpPr/>
            <p:nvPr/>
          </p:nvCxnSpPr>
          <p:spPr>
            <a:xfrm>
              <a:off x="8125428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00" name="Google Shape;200;p30"/>
            <p:cNvCxnSpPr/>
            <p:nvPr/>
          </p:nvCxnSpPr>
          <p:spPr>
            <a:xfrm>
              <a:off x="8802547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01" name="Google Shape;201;p30"/>
            <p:cNvCxnSpPr/>
            <p:nvPr/>
          </p:nvCxnSpPr>
          <p:spPr>
            <a:xfrm>
              <a:off x="9479666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02" name="Google Shape;202;p30"/>
            <p:cNvCxnSpPr/>
            <p:nvPr/>
          </p:nvCxnSpPr>
          <p:spPr>
            <a:xfrm>
              <a:off x="10156785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03" name="Google Shape;203;p30"/>
            <p:cNvCxnSpPr/>
            <p:nvPr/>
          </p:nvCxnSpPr>
          <p:spPr>
            <a:xfrm>
              <a:off x="10833904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04" name="Google Shape;204;p30"/>
            <p:cNvCxnSpPr/>
            <p:nvPr/>
          </p:nvCxnSpPr>
          <p:spPr>
            <a:xfrm>
              <a:off x="11511023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05" name="Google Shape;205;p30"/>
            <p:cNvCxnSpPr/>
            <p:nvPr/>
          </p:nvCxnSpPr>
          <p:spPr>
            <a:xfrm>
              <a:off x="12188148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</p:grpSp>
      <p:grpSp>
        <p:nvGrpSpPr>
          <p:cNvPr id="206" name="Google Shape;206;p30"/>
          <p:cNvGrpSpPr/>
          <p:nvPr/>
        </p:nvGrpSpPr>
        <p:grpSpPr>
          <a:xfrm>
            <a:off x="-3" y="6987088"/>
            <a:ext cx="12188148" cy="64309"/>
            <a:chOff x="0" y="1773238"/>
            <a:chExt cx="12188148" cy="735184"/>
          </a:xfrm>
        </p:grpSpPr>
        <p:cxnSp>
          <p:nvCxnSpPr>
            <p:cNvPr id="207" name="Google Shape;207;p30"/>
            <p:cNvCxnSpPr/>
            <p:nvPr/>
          </p:nvCxnSpPr>
          <p:spPr>
            <a:xfrm>
              <a:off x="0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08" name="Google Shape;208;p30"/>
            <p:cNvCxnSpPr/>
            <p:nvPr/>
          </p:nvCxnSpPr>
          <p:spPr>
            <a:xfrm>
              <a:off x="677119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09" name="Google Shape;209;p30"/>
            <p:cNvCxnSpPr/>
            <p:nvPr/>
          </p:nvCxnSpPr>
          <p:spPr>
            <a:xfrm>
              <a:off x="1354238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0" name="Google Shape;210;p30"/>
            <p:cNvCxnSpPr/>
            <p:nvPr/>
          </p:nvCxnSpPr>
          <p:spPr>
            <a:xfrm>
              <a:off x="2031357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1" name="Google Shape;211;p30"/>
            <p:cNvCxnSpPr/>
            <p:nvPr/>
          </p:nvCxnSpPr>
          <p:spPr>
            <a:xfrm>
              <a:off x="2708476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2" name="Google Shape;212;p30"/>
            <p:cNvCxnSpPr/>
            <p:nvPr/>
          </p:nvCxnSpPr>
          <p:spPr>
            <a:xfrm>
              <a:off x="3385595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3" name="Google Shape;213;p30"/>
            <p:cNvCxnSpPr/>
            <p:nvPr/>
          </p:nvCxnSpPr>
          <p:spPr>
            <a:xfrm>
              <a:off x="4062714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4" name="Google Shape;214;p30"/>
            <p:cNvCxnSpPr/>
            <p:nvPr/>
          </p:nvCxnSpPr>
          <p:spPr>
            <a:xfrm>
              <a:off x="4739833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5" name="Google Shape;215;p30"/>
            <p:cNvCxnSpPr/>
            <p:nvPr/>
          </p:nvCxnSpPr>
          <p:spPr>
            <a:xfrm>
              <a:off x="5416952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6" name="Google Shape;216;p30"/>
            <p:cNvCxnSpPr/>
            <p:nvPr/>
          </p:nvCxnSpPr>
          <p:spPr>
            <a:xfrm>
              <a:off x="6094071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7" name="Google Shape;217;p30"/>
            <p:cNvCxnSpPr/>
            <p:nvPr/>
          </p:nvCxnSpPr>
          <p:spPr>
            <a:xfrm>
              <a:off x="6771190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8" name="Google Shape;218;p30"/>
            <p:cNvCxnSpPr/>
            <p:nvPr/>
          </p:nvCxnSpPr>
          <p:spPr>
            <a:xfrm>
              <a:off x="7448309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9" name="Google Shape;219;p30"/>
            <p:cNvCxnSpPr/>
            <p:nvPr/>
          </p:nvCxnSpPr>
          <p:spPr>
            <a:xfrm>
              <a:off x="8125428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20" name="Google Shape;220;p30"/>
            <p:cNvCxnSpPr/>
            <p:nvPr/>
          </p:nvCxnSpPr>
          <p:spPr>
            <a:xfrm>
              <a:off x="8802547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21" name="Google Shape;221;p30"/>
            <p:cNvCxnSpPr/>
            <p:nvPr/>
          </p:nvCxnSpPr>
          <p:spPr>
            <a:xfrm>
              <a:off x="9479666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22" name="Google Shape;222;p30"/>
            <p:cNvCxnSpPr/>
            <p:nvPr/>
          </p:nvCxnSpPr>
          <p:spPr>
            <a:xfrm>
              <a:off x="10156785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23" name="Google Shape;223;p30"/>
            <p:cNvCxnSpPr/>
            <p:nvPr/>
          </p:nvCxnSpPr>
          <p:spPr>
            <a:xfrm>
              <a:off x="10833904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24" name="Google Shape;224;p30"/>
            <p:cNvCxnSpPr/>
            <p:nvPr/>
          </p:nvCxnSpPr>
          <p:spPr>
            <a:xfrm>
              <a:off x="11511023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25" name="Google Shape;225;p30"/>
            <p:cNvCxnSpPr/>
            <p:nvPr/>
          </p:nvCxnSpPr>
          <p:spPr>
            <a:xfrm>
              <a:off x="12188148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</p:grpSp>
    </p:spTree>
  </p:cSld>
  <p:clrMap accent1="accent1" accent2="accent2" accent3="accent3" accent4="accent4" accent5="accent5" accent6="accent6" bg1="lt1" bg2="dk2" tx1="dk1" tx2="lt2" folHlink="folHlink" hlink="hlink"/>
  <p:sldLayoutIdLst/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pos="415">
          <p15:clr>
            <a:srgbClr val="FDE53C"/>
          </p15:clr>
        </p15:guide>
        <p15:guide id="2" pos="7265">
          <p15:clr>
            <a:srgbClr val="FDE53C"/>
          </p15:clr>
        </p15:guide>
        <p15:guide id="3" orient="horz" pos="3906">
          <p15:clr>
            <a:srgbClr val="FDE53C"/>
          </p15:clr>
        </p15:guide>
        <p15:guide id="4" pos="3840">
          <p15:clr>
            <a:srgbClr val="FDE53C"/>
          </p15:clr>
        </p15:guide>
        <p15:guide id="5" orient="horz" pos="436">
          <p15:clr>
            <a:srgbClr val="FDE53C"/>
          </p15:clr>
        </p15:guide>
        <p15:guide id="6" orient="horz" pos="1117">
          <p15:clr>
            <a:srgbClr val="FDE53C"/>
          </p15:clr>
        </p15:guide>
      </p15:sldGuideLst>
    </p:ext>
  </p:extLst>
</p:sldMaster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56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hyperlink" Target="https://www.figma.com/file/sVARvsqs7Npc84xaHlniX7/%F0%9F%A7%A9-VKUI-Icons-Library?type=design&amp;node-id=94%3A6307&amp;mode=design&amp;t=5iYjSQsap5UdmwiW-1" TargetMode="External"/><Relationship Id="rId3" Type="http://schemas.openxmlformats.org/officeDocument/2006/relationships/image" Target="../media/image237.png"/><Relationship Id="rId4" Type="http://schemas.openxmlformats.org/officeDocument/2006/relationships/image" Target="../media/image229.png"/><Relationship Id="rId5" Type="http://schemas.openxmlformats.org/officeDocument/2006/relationships/image" Target="../media/image238.png"/><Relationship Id="rId6" Type="http://schemas.openxmlformats.org/officeDocument/2006/relationships/notesSlide" Target="../notesSlides/notesSlide5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27.png"/><Relationship Id="rId3" Type="http://schemas.openxmlformats.org/officeDocument/2006/relationships/image" Target="../media/image228.png"/><Relationship Id="rId4" Type="http://schemas.openxmlformats.org/officeDocument/2006/relationships/image" Target="../media/image229.png"/><Relationship Id="rId5" Type="http://schemas.openxmlformats.org/officeDocument/2006/relationships/image" Target="../media/image230.png"/><Relationship Id="rId6" Type="http://schemas.openxmlformats.org/officeDocument/2006/relationships/image" Target="../media/image231.png"/><Relationship Id="rId7" Type="http://schemas.openxmlformats.org/officeDocument/2006/relationships/hyperlink" Target="https://www.figma.com/file/sVARvsqs7Npc84xaHlniX7/%F0%9F%A7%A9-VKUI-Icons-Library?type=design&amp;node-id=94%3A6307&amp;mode=design&amp;t=5iYjSQsap5UdmwiW-1" TargetMode="External"/><Relationship Id="rId8" Type="http://schemas.openxmlformats.org/officeDocument/2006/relationships/notesSlide" Target="../notesSlides/notesSlide58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32.png"/><Relationship Id="rId3" Type="http://schemas.openxmlformats.org/officeDocument/2006/relationships/image" Target="../media/image233.png"/><Relationship Id="rId4" Type="http://schemas.openxmlformats.org/officeDocument/2006/relationships/hyperlink" Target="https://www.figma.com/file/sVARvsqs7Npc84xaHlniX7/%F0%9F%A7%A9-VKUI-Icons-Library?type=design&amp;node-id=94%3A6307&amp;mode=design&amp;t=5iYjSQsap5UdmwiW-1" TargetMode="External"/><Relationship Id="rId5" Type="http://schemas.openxmlformats.org/officeDocument/2006/relationships/image" Target="../media/image235.png"/><Relationship Id="rId6" Type="http://schemas.openxmlformats.org/officeDocument/2006/relationships/image" Target="../media/image234.png"/><Relationship Id="rId7" Type="http://schemas.openxmlformats.org/officeDocument/2006/relationships/image" Target="../media/image236.png"/><Relationship Id="rId8" Type="http://schemas.openxmlformats.org/officeDocument/2006/relationships/image" Target="../media/image231.png"/><Relationship Id="rId9" Type="http://schemas.openxmlformats.org/officeDocument/2006/relationships/notesSlide" Target="../notesSlides/notesSlide59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hyperlink" Target="https://www.figma.com/file/sVARvsqs7Npc84xaHlniX7/%F0%9F%A7%A9-VKUI-Icons-Library?type=design&amp;node-id=94%3A6307&amp;mode=design&amp;t=5iYjSQsap5UdmwiW-1" TargetMode="External"/><Relationship Id="rId3" Type="http://schemas.openxmlformats.org/officeDocument/2006/relationships/image" Target="../media/image237.png"/><Relationship Id="rId4" Type="http://schemas.openxmlformats.org/officeDocument/2006/relationships/image" Target="../media/image229.png"/><Relationship Id="rId5" Type="http://schemas.openxmlformats.org/officeDocument/2006/relationships/image" Target="../media/image238.png"/><Relationship Id="rId6" Type="http://schemas.openxmlformats.org/officeDocument/2006/relationships/notesSlide" Target="../notesSlides/notesSlide60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1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27.png"/><Relationship Id="rId3" Type="http://schemas.openxmlformats.org/officeDocument/2006/relationships/image" Target="../media/image228.png"/><Relationship Id="rId4" Type="http://schemas.openxmlformats.org/officeDocument/2006/relationships/image" Target="../media/image229.png"/><Relationship Id="rId5" Type="http://schemas.openxmlformats.org/officeDocument/2006/relationships/image" Target="../media/image230.png"/><Relationship Id="rId6" Type="http://schemas.openxmlformats.org/officeDocument/2006/relationships/image" Target="../media/image231.png"/><Relationship Id="rId7" Type="http://schemas.openxmlformats.org/officeDocument/2006/relationships/hyperlink" Target="https://www.figma.com/file/sVARvsqs7Npc84xaHlniX7/%F0%9F%A7%A9-VKUI-Icons-Library?type=design&amp;node-id=94%3A6307&amp;mode=design&amp;t=5iYjSQsap5UdmwiW-1" TargetMode="External"/><Relationship Id="rId8" Type="http://schemas.openxmlformats.org/officeDocument/2006/relationships/notesSlide" Target="../notesSlides/notesSlide62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chart" Target="../charts/chart1.xml"/><Relationship Id="rId3" Type="http://schemas.openxmlformats.org/officeDocument/2006/relationships/notesSlide" Target="../notesSlides/notesSlide63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chart" Target="../charts/chart2.xml"/><Relationship Id="rId3" Type="http://schemas.openxmlformats.org/officeDocument/2006/relationships/notesSlide" Target="../notesSlides/notesSlide64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5.xml"/></Relationships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chemeClr val="lt2"/>
        </a:solidFill>
      </p:bgPr>
    </p:bg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677387" y="692177"/>
            <a:ext cx="10855878" cy="144780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400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4000">
                <a:solidFill>
                  <a:srgbClr val="000000"/>
                </a:solidFill>
                <a:latin typeface="Arial"/>
                <a:ea typeface="Arial"/>
                <a:cs typeface="Arial"/>
              </a:rPr>
              <a:t>Автоматическая вёрстка презентаций: пилот и запуск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chemeClr val="lt2"/>
        </a:solidFill>
      </p:bgPr>
    </p:bg>
    <p:spTree>
      <p:nvGrpSpPr>
        <p:cNvPr id="1" name=""/>
        <p:cNvGrpSpPr/>
        <p:nvPr/>
      </p:nvGrpSpPr>
      <p:grpSpPr/>
      <p:sp>
        <p:nvSpPr>
          <p:cNvPr id="795" name="Google Shape;795;p60"/>
          <p:cNvSpPr txBox="1"/>
          <p:nvPr/>
        </p:nvSpPr>
        <p:spPr>
          <a:xfrm>
            <a:off x="18692059" y="4674436"/>
            <a:ext cx="4304330" cy="67819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</a:pPr>
            <a:r>
              <a:t/>
            </a:r>
            <a:endParaRPr sz="16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96" name="title"/>
          <p:cNvSpPr txBox="1"/>
          <p:nvPr/>
        </p:nvSpPr>
        <p:spPr>
          <a:xfrm>
            <a:off x="677387" y="692177"/>
            <a:ext cx="10855878" cy="144780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400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4000">
                <a:solidFill>
                  <a:srgbClr val="000000"/>
                </a:solidFill>
                <a:latin typeface="Arial"/>
                <a:ea typeface="Arial"/>
                <a:cs typeface="Arial"/>
              </a:rPr>
              <a:t>Текущее состояние: ручная сборка и проблемы</a:t>
            </a:r>
          </a:p>
        </p:txBody>
      </p:sp>
      <p:sp>
        <p:nvSpPr>
          <p:cNvPr id="797" name="body"/>
          <p:cNvSpPr txBox="1"/>
          <p:nvPr/>
        </p:nvSpPr>
        <p:spPr>
          <a:xfrm>
            <a:off x="677387" y="3695391"/>
            <a:ext cx="10855878" cy="89408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160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600">
                <a:solidFill>
                  <a:srgbClr val="000000"/>
                </a:solidFill>
                <a:latin typeface="Play"/>
                <a:ea typeface="Play"/>
                <a:cs typeface="Play"/>
              </a:rPr>
              <a:t>• 12-слайдовая колода занимает 186 мин</a:t>
            </a:r>
          </a:p>
          <a:p>
            <a:pPr algn="l">
              <a:spcAft>
                <a:spcPts val="300"/>
              </a:spcAft>
              <a:defRPr sz="160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600">
                <a:solidFill>
                  <a:srgbClr val="000000"/>
                </a:solidFill>
                <a:latin typeface="Play"/>
                <a:ea typeface="Play"/>
                <a:cs typeface="Play"/>
              </a:rPr>
              <a:t>• Правки после ревью добавляют 74 мин</a:t>
            </a:r>
          </a:p>
          <a:p>
            <a:pPr algn="l">
              <a:spcAft>
                <a:spcPts val="300"/>
              </a:spcAft>
              <a:defRPr sz="160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600">
                <a:solidFill>
                  <a:srgbClr val="000000"/>
                </a:solidFill>
                <a:latin typeface="Play"/>
                <a:ea typeface="Play"/>
                <a:cs typeface="Play"/>
              </a:rPr>
              <a:t>• 19 из 42 колод нарушают фирменный стиль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chemeClr val="lt2"/>
        </a:solidFill>
      </p:bgPr>
    </p:bg>
    <p:spTree>
      <p:nvGrpSpPr>
        <p:cNvPr id="1" name=""/>
        <p:cNvGrpSpPr/>
        <p:nvPr/>
      </p:nvGrpSpPr>
      <p:grpSpPr/>
      <p:sp>
        <p:nvSpPr>
          <p:cNvPr id="764" name="Google Shape;764;p58"/>
          <p:cNvSpPr txBox="1"/>
          <p:nvPr/>
        </p:nvSpPr>
        <p:spPr>
          <a:xfrm>
            <a:off x="18692059" y="4674436"/>
            <a:ext cx="4304330" cy="67819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</a:pPr>
            <a:r>
              <a:t/>
            </a:r>
            <a:endParaRPr sz="16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65" name="title"/>
          <p:cNvSpPr txBox="1"/>
          <p:nvPr/>
        </p:nvSpPr>
        <p:spPr>
          <a:xfrm>
            <a:off x="677387" y="692177"/>
            <a:ext cx="10855878" cy="144780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400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4000">
                <a:solidFill>
                  <a:srgbClr val="000000"/>
                </a:solidFill>
                <a:latin typeface="Arial"/>
                <a:ea typeface="Arial"/>
                <a:cs typeface="Arial"/>
              </a:rPr>
              <a:t>Предлагаемый сервис: автоматизация от шаблона до аудита</a:t>
            </a:r>
          </a:p>
        </p:txBody>
      </p:sp>
      <p:sp>
        <p:nvSpPr>
          <p:cNvPr id="766" name="body"/>
          <p:cNvSpPr txBox="1"/>
          <p:nvPr/>
        </p:nvSpPr>
        <p:spPr>
          <a:xfrm>
            <a:off x="677387" y="3695391"/>
            <a:ext cx="10855878" cy="89408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160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600">
                <a:solidFill>
                  <a:srgbClr val="000000"/>
                </a:solidFill>
                <a:latin typeface="Play"/>
                <a:ea typeface="Play"/>
                <a:cs typeface="Play"/>
              </a:rPr>
              <a:t>• Сервис принимает pptx шаблон и материалы</a:t>
            </a:r>
          </a:p>
          <a:p>
            <a:pPr algn="l">
              <a:spcAft>
                <a:spcPts val="300"/>
              </a:spcAft>
              <a:defRPr sz="160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600">
                <a:solidFill>
                  <a:srgbClr val="000000"/>
                </a:solidFill>
                <a:latin typeface="Play"/>
                <a:ea typeface="Play"/>
                <a:cs typeface="Play"/>
              </a:rPr>
              <a:t>• Автоматически формирует дизайн-систему и план колоды</a:t>
            </a:r>
          </a:p>
          <a:p>
            <a:pPr algn="l">
              <a:spcAft>
                <a:spcPts val="300"/>
              </a:spcAft>
              <a:defRPr sz="160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600">
                <a:solidFill>
                  <a:srgbClr val="000000"/>
                </a:solidFill>
                <a:latin typeface="Play"/>
                <a:ea typeface="Play"/>
                <a:cs typeface="Play"/>
              </a:rPr>
              <a:t>• Результат – редактируемый pptx, pdf и html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chemeClr val="lt2"/>
        </a:solidFill>
      </p:bgPr>
    </p:bg>
    <p:spTree>
      <p:nvGrpSpPr>
        <p:cNvPr id="1" name=""/>
        <p:cNvGrpSpPr/>
        <p:nvPr/>
      </p:nvGrpSpPr>
      <p:grpSpPr/>
      <p:sp>
        <p:nvSpPr>
          <p:cNvPr id="782" name="Google Shape;782;p59"/>
          <p:cNvSpPr txBox="1"/>
          <p:nvPr/>
        </p:nvSpPr>
        <p:spPr>
          <a:xfrm>
            <a:off x="18692059" y="4674436"/>
            <a:ext cx="4304330" cy="67819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</a:pPr>
            <a:r>
              <a:t/>
            </a:r>
            <a:endParaRPr sz="16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83" name="title"/>
          <p:cNvSpPr txBox="1"/>
          <p:nvPr/>
        </p:nvSpPr>
        <p:spPr>
          <a:xfrm>
            <a:off x="677387" y="692177"/>
            <a:ext cx="10855878" cy="144780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400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4000">
                <a:solidFill>
                  <a:srgbClr val="000000"/>
                </a:solidFill>
                <a:latin typeface="Arial"/>
                <a:ea typeface="Arial"/>
                <a:cs typeface="Arial"/>
              </a:rPr>
              <a:t>Ожидаемый эффект: ускорение и качество</a:t>
            </a:r>
          </a:p>
        </p:txBody>
      </p:sp>
      <p:sp>
        <p:nvSpPr>
          <p:cNvPr id="784" name="body"/>
          <p:cNvSpPr txBox="1"/>
          <p:nvPr/>
        </p:nvSpPr>
        <p:spPr>
          <a:xfrm>
            <a:off x="677387" y="3497271"/>
            <a:ext cx="10855878" cy="148844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280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2800">
                <a:solidFill>
                  <a:srgbClr val="000000"/>
                </a:solidFill>
                <a:latin typeface="Play"/>
                <a:ea typeface="Play"/>
                <a:cs typeface="Play"/>
              </a:rPr>
              <a:t>• Время сборки сократилось до 4 мин</a:t>
            </a:r>
          </a:p>
          <a:p>
            <a:pPr algn="l">
              <a:spcAft>
                <a:spcPts val="300"/>
              </a:spcAft>
              <a:defRPr sz="280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2800">
                <a:solidFill>
                  <a:srgbClr val="000000"/>
                </a:solidFill>
                <a:latin typeface="Play"/>
                <a:ea typeface="Play"/>
                <a:cs typeface="Play"/>
              </a:rPr>
              <a:t>• Первый вариант готов за 1 день</a:t>
            </a:r>
          </a:p>
          <a:p>
            <a:pPr algn="l">
              <a:spcAft>
                <a:spcPts val="300"/>
              </a:spcAft>
              <a:defRPr sz="280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2800">
                <a:solidFill>
                  <a:srgbClr val="000000"/>
                </a:solidFill>
                <a:latin typeface="Play"/>
                <a:ea typeface="Play"/>
                <a:cs typeface="Play"/>
              </a:rPr>
              <a:t>• Стиль-нарушения упали до 2 из 68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chemeClr val="lt2"/>
        </a:solidFill>
      </p:bgPr>
    </p:bg>
    <p:spTree>
      <p:nvGrpSpPr>
        <p:cNvPr id="1" name=""/>
        <p:cNvGrpSpPr/>
        <p:nvPr/>
      </p:nvGrpSpPr>
      <p:grpSpPr/>
      <p:sp>
        <p:nvSpPr>
          <p:cNvPr id="795" name="Google Shape;795;p60"/>
          <p:cNvSpPr txBox="1"/>
          <p:nvPr/>
        </p:nvSpPr>
        <p:spPr>
          <a:xfrm>
            <a:off x="18692059" y="4674436"/>
            <a:ext cx="4304330" cy="67819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</a:pPr>
            <a:r>
              <a:t/>
            </a:r>
            <a:endParaRPr sz="16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96" name="title"/>
          <p:cNvSpPr txBox="1"/>
          <p:nvPr/>
        </p:nvSpPr>
        <p:spPr>
          <a:xfrm>
            <a:off x="677387" y="692177"/>
            <a:ext cx="10855878" cy="144780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400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4000">
                <a:solidFill>
                  <a:srgbClr val="000000"/>
                </a:solidFill>
                <a:latin typeface="Arial"/>
                <a:ea typeface="Arial"/>
                <a:cs typeface="Arial"/>
              </a:rPr>
              <a:t>Ресурсы и сроки: инфраструктура и стоимость</a:t>
            </a:r>
          </a:p>
        </p:txBody>
      </p:sp>
      <p:sp>
        <p:nvSpPr>
          <p:cNvPr id="797" name="body"/>
          <p:cNvSpPr txBox="1"/>
          <p:nvPr/>
        </p:nvSpPr>
        <p:spPr>
          <a:xfrm>
            <a:off x="677387" y="3695391"/>
            <a:ext cx="10855878" cy="89408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160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600">
                <a:solidFill>
                  <a:srgbClr val="000000"/>
                </a:solidFill>
                <a:latin typeface="Play"/>
                <a:ea typeface="Play"/>
                <a:cs typeface="Play"/>
              </a:rPr>
              <a:t>• Сервис работает на 2 vCPU / 2 GB RAM</a:t>
            </a:r>
          </a:p>
          <a:p>
            <a:pPr algn="l">
              <a:spcAft>
                <a:spcPts val="300"/>
              </a:spcAft>
              <a:defRPr sz="160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600">
                <a:solidFill>
                  <a:srgbClr val="000000"/>
                </a:solidFill>
                <a:latin typeface="Play"/>
                <a:ea typeface="Play"/>
                <a:cs typeface="Play"/>
              </a:rPr>
              <a:t>• Модель gpt-oss-20b, инференс 1400 руб за 6 недель</a:t>
            </a:r>
          </a:p>
          <a:p>
            <a:pPr algn="l">
              <a:spcAft>
                <a:spcPts val="300"/>
              </a:spcAft>
              <a:defRPr sz="160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600">
                <a:solidFill>
                  <a:srgbClr val="000000"/>
                </a:solidFill>
                <a:latin typeface="Play"/>
                <a:ea typeface="Play"/>
                <a:cs typeface="Play"/>
              </a:rPr>
              <a:t>• Параллельность до 20 задач без очереди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cxnSp>
        <p:nvCxnSpPr>
          <p:cNvPr id="986" name="Google Shape;986;p76"/>
          <p:cNvCxnSpPr/>
          <p:nvPr/>
        </p:nvCxnSpPr>
        <p:spPr>
          <a:xfrm rot="10800000">
            <a:off x="-42658" y="3591512"/>
            <a:ext cx="12234658" cy="0"/>
          </a:xfrm>
          <a:prstGeom prst="straightConnector1">
            <a:avLst/>
          </a:prstGeom>
          <a:noFill/>
          <a:ln cap="flat" cmpd="sng" w="12700">
            <a:solidFill>
              <a:srgbClr val="E1E1E2"/>
            </a:solidFill>
            <a:prstDash val="solid"/>
            <a:miter lim="8000"/>
            <a:headEnd len="sm" w="sm" type="none"/>
            <a:tailEnd len="sm" w="sm" type="none"/>
          </a:ln>
        </p:spPr>
      </p:cxnSp>
      <p:sp>
        <p:nvSpPr>
          <p:cNvPr id="987" name="title"/>
          <p:cNvSpPr txBox="1"/>
          <p:nvPr/>
        </p:nvSpPr>
        <p:spPr>
          <a:xfrm>
            <a:off x="677387" y="692177"/>
            <a:ext cx="10855878" cy="144780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400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4000">
                <a:solidFill>
                  <a:srgbClr val="000000"/>
                </a:solidFill>
                <a:latin typeface="Arial"/>
                <a:ea typeface="Arial"/>
                <a:cs typeface="Arial"/>
              </a:rPr>
              <a:t>Пилотный план: 6 недель, 2 команды, 68 колод</a:t>
            </a:r>
          </a:p>
        </p:txBody>
      </p:sp>
      <p:sp>
        <p:nvSpPr>
          <p:cNvPr id="988" name="body"/>
          <p:cNvSpPr txBox="1"/>
          <p:nvPr/>
        </p:nvSpPr>
        <p:spPr>
          <a:xfrm>
            <a:off x="677387" y="3591534"/>
            <a:ext cx="5245059" cy="1254945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160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600">
                <a:solidFill>
                  <a:srgbClr val="000000"/>
                </a:solidFill>
                <a:latin typeface="Play"/>
                <a:ea typeface="Play"/>
                <a:cs typeface="Play"/>
              </a:rPr>
              <a:t>• Пилот 6 недель, 2 команды, 68 презентаций</a:t>
            </a:r>
          </a:p>
          <a:p>
            <a:pPr algn="l">
              <a:spcAft>
                <a:spcPts val="300"/>
              </a:spcAft>
              <a:defRPr sz="160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600">
                <a:solidFill>
                  <a:srgbClr val="000000"/>
                </a:solidFill>
                <a:latin typeface="Play"/>
                <a:ea typeface="Play"/>
                <a:cs typeface="Play"/>
              </a:rPr>
              <a:t>• Дизайнеры закрыли 38 запросов вместо 11</a:t>
            </a:r>
          </a:p>
          <a:p>
            <a:pPr algn="l">
              <a:spcAft>
                <a:spcPts val="300"/>
              </a:spcAft>
              <a:defRPr sz="160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600">
                <a:solidFill>
                  <a:srgbClr val="000000"/>
                </a:solidFill>
                <a:latin typeface="Play"/>
                <a:ea typeface="Play"/>
                <a:cs typeface="Play"/>
              </a:rPr>
              <a:t>• План расширения: 4 команды в 3-м квартале</a:t>
            </a:r>
          </a:p>
        </p:txBody>
      </p:sp>
      <p:sp>
        <p:nvSpPr>
          <p:cNvPr id="989" name="Rectangle 988"/>
          <p:cNvSpPr/>
          <p:nvPr/>
        </p:nvSpPr>
        <p:spPr>
          <a:xfrm>
            <a:off x="6288206" y="4168808"/>
            <a:ext cx="5245059" cy="37648"/>
          </a:xfrm>
          <a:prstGeom prst="rect">
            <a:avLst/>
          </a:prstGeom>
          <a:solidFill>
            <a:srgbClr val="007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0" name="Oval 989"/>
          <p:cNvSpPr/>
          <p:nvPr/>
        </p:nvSpPr>
        <p:spPr>
          <a:xfrm>
            <a:off x="7024338" y="4049588"/>
            <a:ext cx="276087" cy="276087"/>
          </a:xfrm>
          <a:prstGeom prst="ellipse">
            <a:avLst/>
          </a:prstGeom>
          <a:solidFill>
            <a:srgbClr val="007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1" name="TextBox 990"/>
          <p:cNvSpPr txBox="1"/>
          <p:nvPr/>
        </p:nvSpPr>
        <p:spPr>
          <a:xfrm>
            <a:off x="6288206" y="3591534"/>
            <a:ext cx="2622529" cy="476879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ctr">
              <a:defRPr sz="1400" b="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400" b="0">
                <a:solidFill>
                  <a:srgbClr val="000000"/>
                </a:solidFill>
                <a:latin typeface="Play"/>
                <a:ea typeface="Play"/>
                <a:cs typeface="Play"/>
              </a:rPr>
              <a:t>Третий квартал 2026</a:t>
            </a:r>
          </a:p>
        </p:txBody>
      </p:sp>
      <p:sp>
        <p:nvSpPr>
          <p:cNvPr id="992" name="Oval 991"/>
          <p:cNvSpPr/>
          <p:nvPr/>
        </p:nvSpPr>
        <p:spPr>
          <a:xfrm>
            <a:off x="8772691" y="4049588"/>
            <a:ext cx="276087" cy="276087"/>
          </a:xfrm>
          <a:prstGeom prst="ellipse">
            <a:avLst/>
          </a:prstGeom>
          <a:solidFill>
            <a:srgbClr val="007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3" name="TextBox 992"/>
          <p:cNvSpPr txBox="1"/>
          <p:nvPr/>
        </p:nvSpPr>
        <p:spPr>
          <a:xfrm>
            <a:off x="7599470" y="4444896"/>
            <a:ext cx="2622529" cy="476879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ctr">
              <a:defRPr sz="1400" b="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400" b="0">
                <a:solidFill>
                  <a:srgbClr val="000000"/>
                </a:solidFill>
                <a:latin typeface="Play"/>
                <a:ea typeface="Play"/>
                <a:cs typeface="Play"/>
              </a:rPr>
              <a:t>Четвёртый квартал 2026</a:t>
            </a:r>
          </a:p>
        </p:txBody>
      </p:sp>
      <p:sp>
        <p:nvSpPr>
          <p:cNvPr id="994" name="Oval 993"/>
          <p:cNvSpPr/>
          <p:nvPr/>
        </p:nvSpPr>
        <p:spPr>
          <a:xfrm>
            <a:off x="10521044" y="4049588"/>
            <a:ext cx="276087" cy="276087"/>
          </a:xfrm>
          <a:prstGeom prst="ellipse">
            <a:avLst/>
          </a:prstGeom>
          <a:solidFill>
            <a:srgbClr val="007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5" name="TextBox 994"/>
          <p:cNvSpPr txBox="1"/>
          <p:nvPr/>
        </p:nvSpPr>
        <p:spPr>
          <a:xfrm>
            <a:off x="8910735" y="3591534"/>
            <a:ext cx="2622529" cy="476879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ctr">
              <a:defRPr sz="1400" b="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400" b="0">
                <a:solidFill>
                  <a:srgbClr val="000000"/>
                </a:solidFill>
                <a:latin typeface="Play"/>
                <a:ea typeface="Play"/>
                <a:cs typeface="Play"/>
              </a:rPr>
              <a:t>Первый квартал 2027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chemeClr val="lt2"/>
        </a:solidFill>
      </p:bgPr>
    </p:bg>
    <p:spTree>
      <p:nvGrpSpPr>
        <p:cNvPr id="1" name=""/>
        <p:cNvGrpSpPr/>
        <p:nvPr/>
      </p:nvGrpSpPr>
      <p:grpSpPr/>
      <p:sp>
        <p:nvSpPr>
          <p:cNvPr id="764" name="Google Shape;764;p58"/>
          <p:cNvSpPr txBox="1"/>
          <p:nvPr/>
        </p:nvSpPr>
        <p:spPr>
          <a:xfrm>
            <a:off x="18692059" y="4674436"/>
            <a:ext cx="4304330" cy="67819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</a:pPr>
            <a:r>
              <a:t/>
            </a:r>
            <a:endParaRPr sz="16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65" name="title"/>
          <p:cNvSpPr txBox="1"/>
          <p:nvPr/>
        </p:nvSpPr>
        <p:spPr>
          <a:xfrm>
            <a:off x="677387" y="692177"/>
            <a:ext cx="10855878" cy="144780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400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4000">
                <a:solidFill>
                  <a:srgbClr val="000000"/>
                </a:solidFill>
                <a:latin typeface="Arial"/>
                <a:ea typeface="Arial"/>
                <a:cs typeface="Arial"/>
              </a:rPr>
              <a:t>Запрос к руководству: одобрение и интеграцию</a:t>
            </a:r>
          </a:p>
        </p:txBody>
      </p:sp>
      <p:sp>
        <p:nvSpPr>
          <p:cNvPr id="766" name="body"/>
          <p:cNvSpPr txBox="1"/>
          <p:nvPr/>
        </p:nvSpPr>
        <p:spPr>
          <a:xfrm>
            <a:off x="677387" y="3695391"/>
            <a:ext cx="10855878" cy="89408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160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600">
                <a:solidFill>
                  <a:srgbClr val="000000"/>
                </a:solidFill>
                <a:latin typeface="Play"/>
                <a:ea typeface="Play"/>
                <a:cs typeface="Play"/>
              </a:rPr>
              <a:t>• Одобрить запуск на всю компанию</a:t>
            </a:r>
          </a:p>
          <a:p>
            <a:pPr algn="l">
              <a:spcAft>
                <a:spcPts val="300"/>
              </a:spcAft>
              <a:defRPr sz="160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600">
                <a:solidFill>
                  <a:srgbClr val="000000"/>
                </a:solidFill>
                <a:latin typeface="Play"/>
                <a:ea typeface="Play"/>
                <a:cs typeface="Play"/>
              </a:rPr>
              <a:t>• Интеграцию с хранилищем документов</a:t>
            </a:r>
          </a:p>
          <a:p>
            <a:pPr algn="l">
              <a:spcAft>
                <a:spcPts val="300"/>
              </a:spcAft>
              <a:defRPr sz="160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600">
                <a:solidFill>
                  <a:srgbClr val="000000"/>
                </a:solidFill>
                <a:latin typeface="Play"/>
                <a:ea typeface="Play"/>
                <a:cs typeface="Play"/>
              </a:rPr>
              <a:t>• Финансирование дальнейшего развития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chemeClr val="lt2"/>
        </a:solidFill>
      </p:bgPr>
    </p:bg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677387" y="692177"/>
            <a:ext cx="10855878" cy="144780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400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4000">
                <a:solidFill>
                  <a:srgbClr val="000000"/>
                </a:solidFill>
                <a:latin typeface="Arial"/>
                <a:ea typeface="Arial"/>
                <a:cs typeface="Arial"/>
              </a:rPr>
              <a:t>Текущее время сборки: 186 мин + 74 мин правок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6288206" y="2277137"/>
          <a:ext cx="5245059" cy="3923659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chemeClr val="lt2"/>
        </a:solidFill>
      </p:bgPr>
    </p:bg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677387" y="692177"/>
            <a:ext cx="10855878" cy="144780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400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4000">
                <a:solidFill>
                  <a:srgbClr val="000000"/>
                </a:solidFill>
                <a:latin typeface="Arial"/>
                <a:ea typeface="Arial"/>
                <a:cs typeface="Arial"/>
              </a:rPr>
              <a:t>Улучшения в пилоте: 4 мин сборки, 38 запросов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6288206" y="2277137"/>
          <a:ext cx="5245059" cy="3923659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cxnSp>
        <p:nvCxnSpPr>
          <p:cNvPr id="918" name="Google Shape;918;p74"/>
          <p:cNvCxnSpPr/>
          <p:nvPr/>
        </p:nvCxnSpPr>
        <p:spPr>
          <a:xfrm rot="10800000">
            <a:off x="658813" y="2199500"/>
            <a:ext cx="11533187" cy="0"/>
          </a:xfrm>
          <a:prstGeom prst="straightConnector1">
            <a:avLst/>
          </a:prstGeom>
          <a:noFill/>
          <a:ln cap="flat" cmpd="sng" w="19050">
            <a:solidFill>
              <a:schemeClr val="accent4"/>
            </a:solidFill>
            <a:prstDash val="solid"/>
            <a:miter lim="8000"/>
            <a:headEnd len="sm" w="sm" type="none"/>
            <a:tailEnd len="sm" w="sm" type="none"/>
          </a:ln>
        </p:spPr>
      </p:cxnSp>
      <p:cxnSp>
        <p:nvCxnSpPr>
          <p:cNvPr id="919" name="Google Shape;919;p74"/>
          <p:cNvCxnSpPr/>
          <p:nvPr/>
        </p:nvCxnSpPr>
        <p:spPr>
          <a:xfrm flipH="1">
            <a:off x="1" y="4351265"/>
            <a:ext cx="8112124" cy="42098"/>
          </a:xfrm>
          <a:prstGeom prst="straightConnector1">
            <a:avLst/>
          </a:prstGeom>
          <a:noFill/>
          <a:ln cap="flat" cmpd="sng" w="19050">
            <a:solidFill>
              <a:schemeClr val="accent4"/>
            </a:solidFill>
            <a:prstDash val="solid"/>
            <a:miter lim="8000"/>
            <a:headEnd len="lg" w="lg" type="stealth"/>
            <a:tailEnd len="sm" w="sm" type="none"/>
          </a:ln>
        </p:spPr>
      </p:cxnSp>
      <p:sp>
        <p:nvSpPr>
          <p:cNvPr id="920" name="title"/>
          <p:cNvSpPr txBox="1"/>
          <p:nvPr/>
        </p:nvSpPr>
        <p:spPr>
          <a:xfrm>
            <a:off x="677387" y="692177"/>
            <a:ext cx="10855878" cy="144780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400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4000">
                <a:solidFill>
                  <a:srgbClr val="000000"/>
                </a:solidFill>
                <a:latin typeface="Arial"/>
                <a:ea typeface="Arial"/>
                <a:cs typeface="Arial"/>
              </a:rPr>
              <a:t>Риски и меры: модель, шаблон, нагрузка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VK New Color">
  <a:themeElements>
    <a:clrScheme name="VK Education">
      <a:dk1>
        <a:srgbClr val="000000"/>
      </a:dk1>
      <a:lt1>
        <a:srgbClr val="EBF3F9"/>
      </a:lt1>
      <a:dk2>
        <a:srgbClr val="0077FF"/>
      </a:dk2>
      <a:lt2>
        <a:srgbClr val="FFFFFF"/>
      </a:lt2>
      <a:accent1>
        <a:srgbClr val="0077FF"/>
      </a:accent1>
      <a:accent2>
        <a:srgbClr val="FF3885"/>
      </a:accent2>
      <a:accent3>
        <a:srgbClr val="7CEDF8"/>
      </a:accent3>
      <a:accent4>
        <a:srgbClr val="EBF3F9"/>
      </a:accent4>
      <a:accent5>
        <a:srgbClr val="D8FAFD"/>
      </a:accent5>
      <a:accent6>
        <a:srgbClr val="FFEBF3"/>
      </a:accent6>
      <a:hlink>
        <a:srgbClr val="0077FF"/>
      </a:hlink>
      <a:folHlink>
        <a:srgbClr val="005EFF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Тема Office">
  <a:themeElements>
    <a:clrScheme name="Стандартная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VK New Color">
  <a:themeElements>
    <a:clrScheme name="VK Education">
      <a:dk1>
        <a:srgbClr val="000000"/>
      </a:dk1>
      <a:lt1>
        <a:srgbClr val="EBF3F9"/>
      </a:lt1>
      <a:dk2>
        <a:srgbClr val="0077FF"/>
      </a:dk2>
      <a:lt2>
        <a:srgbClr val="FFFFFF"/>
      </a:lt2>
      <a:accent1>
        <a:srgbClr val="0077FF"/>
      </a:accent1>
      <a:accent2>
        <a:srgbClr val="FF3885"/>
      </a:accent2>
      <a:accent3>
        <a:srgbClr val="7CEDF8"/>
      </a:accent3>
      <a:accent4>
        <a:srgbClr val="EBF3F9"/>
      </a:accent4>
      <a:accent5>
        <a:srgbClr val="D8FAFD"/>
      </a:accent5>
      <a:accent6>
        <a:srgbClr val="FFEBF3"/>
      </a:accent6>
      <a:hlink>
        <a:srgbClr val="0077FF"/>
      </a:hlink>
      <a:folHlink>
        <a:srgbClr val="005EFF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